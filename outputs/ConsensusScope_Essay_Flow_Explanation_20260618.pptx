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3068"/>
    <p:restoredTop sz="94623"/>
  </p:normalViewPr>
  <p:slideViewPr>
    <p:cSldViewPr snapToGrid="0">
      <p:cViewPr varScale="1">
        <p:scale>
          <a:sx n="48" d="100"/>
          <a:sy n="48" d="100"/>
        </p:scale>
        <p:origin x="200" y="16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开场不要先讲技术名词。先说：我们现在用一篇作文演示系统到底做什么。核心不是自动打分，而是把 AI 生成的每条反馈先做安全路由，决定能不能给学生看。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这一页用于回应老师的问题：项目不是单纯 workflow。我们给出的是一个具体算法对象：feedback item。输出是路由，而不是作文总分。</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讲这一页时强调：输入不是为了自动打分，而是为了定位反馈发生在哪个 target span 和 surrounding context。后面算法判断也依赖这个局部上下文。</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这里开始把老师带入具体例子。注意不要说模型一定生成这些，这是合成演示项。系统可以接 no-API demo feedback，也可以接 OpenAI-compatible provider 输出。</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这一页讲工程价值和研究价值的连接：统一 schema 让系统不绑定某一个模型，也让算法能稳定处理每条反馈。</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这是整套项目的算法中心。它不是用金标答案作弊，也不是看教师标注才决策；它只用部署时能看到的信息。教师标注只用于离线诊断和验证。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这一页说明系统不是所有反馈都拦截。对于安全的局部语法修改，系统可以减轻教师负担。</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这一页是系统最容易讲清楚的创新点：问题不是语法是否更像英语，而是是否保留学生要表达的意思。</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这一页解释为什么 NLP reviewer 会关心：不是普通 grammar correction，而是学生-facing feedback 的安全路由。</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这里给老师看实际页面。强调教师仍然是最终把关者，系统只是把需要复核的项目排出来，并解释为什么。</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这一页要诚实。数字可以证明系统的路由行为和诊断价值，但不能说已经证明课堂学习效果。</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最后直接念这一段也可以。不要展开所有细节，重点是对象、算法、输出、边界四件事。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7ED39FEB-1E00-42F6-850B-5568FCFF984B}"/>
              </a:ext>
            </a:extLst>
          </p:cNvPr>
          <p:cNvSpPr>
            <a:spLocks noGrp="1"/>
          </p:cNvSpPr>
          <p:nvPr/>
        </p:nvSpPr>
        <p:spPr>
          <a:xfrm>
            <a:off x="609600" y="533400"/>
            <a:ext cx="4953000" cy="514350"/>
          </a:xfrm>
          <a:prstGeom prst="rect">
            <a:avLst/>
          </a:prstGeom>
          <a:noFill/>
          <a:ln w="0">
            <a:noFill/>
            <a:prstDash val="solid"/>
          </a:ln>
        </p:spPr>
        <p:txBody>
          <a:bodyPr lIns="19050" tIns="19050" rIns="19050" bIns="19050" anchor="t">
            <a:normAutofit fontScale="94697"/>
          </a:bodyPr>
          <a:lstStyle/>
          <a:p>
            <a:pPr algn="l">
              <a:lnSpc>
                <a:spcPct val="110000"/>
              </a:lnSpc>
              <a:buNone/>
              <a:defRPr sz="3000" b="1">
                <a:solidFill>
                  <a:srgbClr val="2563EB"/>
                </a:solidFill>
                <a:latin typeface="PingFang SC"/>
                <a:ea typeface="PingFang SC"/>
                <a:cs typeface="PingFang SC"/>
              </a:defRPr>
            </a:pPr>
            <a:r>
              <a:rPr sz="3000" b="1">
                <a:solidFill>
                  <a:srgbClr val="2563EB"/>
                </a:solidFill>
                <a:latin typeface="PingFang SC"/>
                <a:ea typeface="PingFang SC"/>
                <a:cs typeface="PingFang SC"/>
              </a:rPr>
              <a:t>ConsensusScope</a:t>
            </a:r>
          </a:p>
        </p:txBody>
      </p:sp>
      <p:sp>
        <p:nvSpPr>
          <p:cNvPr id="2" name="矩形 1">
            <a:extLst>
              <a:ext uri="{FF2B5EF4-FFF2-40B4-BE49-F238E27FC236}">
                <a16:creationId xmlns:a16="http://schemas.microsoft.com/office/drawing/2014/main" id="{3CB0C0DA-AC7D-406B-AA7B-40EAD70B2AF4}"/>
              </a:ext>
            </a:extLst>
          </p:cNvPr>
          <p:cNvSpPr>
            <a:spLocks noGrp="1"/>
          </p:cNvSpPr>
          <p:nvPr/>
        </p:nvSpPr>
        <p:spPr>
          <a:xfrm>
            <a:off x="609600" y="1276350"/>
            <a:ext cx="8191500" cy="723900"/>
          </a:xfrm>
          <a:prstGeom prst="rect">
            <a:avLst/>
          </a:prstGeom>
          <a:noFill/>
          <a:ln w="0">
            <a:noFill/>
            <a:prstDash val="solid"/>
          </a:ln>
        </p:spPr>
        <p:txBody>
          <a:bodyPr lIns="19050" tIns="19050" rIns="19050" bIns="19050" anchor="t">
            <a:normAutofit/>
          </a:bodyPr>
          <a:lstStyle/>
          <a:p>
            <a:pPr algn="l">
              <a:lnSpc>
                <a:spcPct val="110000"/>
              </a:lnSpc>
              <a:buNone/>
              <a:defRPr sz="3225" b="1">
                <a:solidFill>
                  <a:srgbClr val="172033"/>
                </a:solidFill>
                <a:latin typeface="PingFang SC"/>
                <a:ea typeface="PingFang SC"/>
                <a:cs typeface="PingFang SC"/>
              </a:defRPr>
            </a:pPr>
            <a:r>
              <a:rPr sz="3225" b="1">
                <a:solidFill>
                  <a:srgbClr val="172033"/>
                </a:solidFill>
                <a:latin typeface="PingFang SC"/>
                <a:ea typeface="PingFang SC"/>
                <a:cs typeface="PingFang SC"/>
              </a:rPr>
              <a:t>一篇作文如何走完整个系统流程</a:t>
            </a:r>
          </a:p>
        </p:txBody>
      </p:sp>
      <p:sp>
        <p:nvSpPr>
          <p:cNvPr id="3" name="矩形 2">
            <a:extLst>
              <a:ext uri="{FF2B5EF4-FFF2-40B4-BE49-F238E27FC236}">
                <a16:creationId xmlns:a16="http://schemas.microsoft.com/office/drawing/2014/main" id="{5423A51E-86B8-4F83-BF02-FBF7135B6754}"/>
              </a:ext>
            </a:extLst>
          </p:cNvPr>
          <p:cNvSpPr>
            <a:spLocks noGrp="1"/>
          </p:cNvSpPr>
          <p:nvPr/>
        </p:nvSpPr>
        <p:spPr>
          <a:xfrm>
            <a:off x="628650" y="2152650"/>
            <a:ext cx="8001000" cy="552450"/>
          </a:xfrm>
          <a:prstGeom prst="rect">
            <a:avLst/>
          </a:prstGeom>
          <a:noFill/>
          <a:ln w="0">
            <a:noFill/>
            <a:prstDash val="solid"/>
          </a:ln>
        </p:spPr>
        <p:txBody>
          <a:bodyPr lIns="19050" tIns="19050" rIns="19050" bIns="19050" anchor="t">
            <a:normAutofit fontScale="96193"/>
          </a:bodyPr>
          <a:lstStyle/>
          <a:p>
            <a:pPr algn="l">
              <a:lnSpc>
                <a:spcPct val="110000"/>
              </a:lnSpc>
              <a:buNone/>
              <a:defRPr sz="1650" b="0">
                <a:solidFill>
                  <a:srgbClr val="5B667A"/>
                </a:solidFill>
                <a:latin typeface="PingFang SC"/>
                <a:ea typeface="PingFang SC"/>
                <a:cs typeface="PingFang SC"/>
              </a:defRPr>
            </a:pPr>
            <a:r>
              <a:rPr sz="1650" b="0">
                <a:solidFill>
                  <a:srgbClr val="5B667A"/>
                </a:solidFill>
                <a:latin typeface="PingFang SC"/>
                <a:ea typeface="PingFang SC"/>
                <a:cs typeface="PingFang SC"/>
              </a:rPr>
              <a:t>从学生作文输入，到 AI 反馈生成、反馈安全图路由、教师复核、报告导出与效果验证。</a:t>
            </a:r>
          </a:p>
        </p:txBody>
      </p:sp>
      <p:sp>
        <p:nvSpPr>
          <p:cNvPr id="4" name="圆角矩形 3">
            <a:extLst>
              <a:ext uri="{FF2B5EF4-FFF2-40B4-BE49-F238E27FC236}">
                <a16:creationId xmlns:a16="http://schemas.microsoft.com/office/drawing/2014/main" id="{DAF4C7FA-13A6-446A-BB8C-EB7B50944B51}"/>
              </a:ext>
            </a:extLst>
          </p:cNvPr>
          <p:cNvSpPr>
            <a:spLocks noGrp="1"/>
          </p:cNvSpPr>
          <p:nvPr/>
        </p:nvSpPr>
        <p:spPr>
          <a:xfrm>
            <a:off x="819150" y="3429000"/>
            <a:ext cx="1619250" cy="1047750"/>
          </a:xfrm>
          <a:prstGeom prst="roundRect">
            <a:avLst>
              <a:gd name="adj" fmla="val 10909"/>
            </a:avLst>
          </a:prstGeom>
          <a:solidFill>
            <a:srgbClr val="FFFFFF"/>
          </a:solidFill>
          <a:ln w="9525">
            <a:solidFill>
              <a:srgbClr val="2563EB"/>
            </a:solidFill>
            <a:prstDash val="solid"/>
          </a:ln>
        </p:spPr>
        <p:style>
          <a:lnRef idx="0">
            <a:scrgbClr r="0" g="0" b="0"/>
          </a:lnRef>
          <a:fillRef idx="0">
            <a:scrgbClr r="0" g="0" b="0"/>
          </a:fillRef>
          <a:effectRef idx="4">
            <a:scrgbClr r="0" g="0" b="0"/>
          </a:effectRef>
          <a:fontRef idx="major"/>
        </p:style>
        <p:txBody>
          <a:bodyPr/>
          <a:lstStyle/>
          <a:p>
            <a:endParaRPr lang="zh-CN" altLang="en-US"/>
          </a:p>
        </p:txBody>
      </p:sp>
      <p:sp>
        <p:nvSpPr>
          <p:cNvPr id="5" name="矩形 4">
            <a:extLst>
              <a:ext uri="{FF2B5EF4-FFF2-40B4-BE49-F238E27FC236}">
                <a16:creationId xmlns:a16="http://schemas.microsoft.com/office/drawing/2014/main" id="{05714753-5960-43D4-B069-125DD310A4C1}"/>
              </a:ext>
            </a:extLst>
          </p:cNvPr>
          <p:cNvSpPr>
            <a:spLocks noGrp="1"/>
          </p:cNvSpPr>
          <p:nvPr/>
        </p:nvSpPr>
        <p:spPr>
          <a:xfrm>
            <a:off x="971550" y="3581400"/>
            <a:ext cx="1314450" cy="247650"/>
          </a:xfrm>
          <a:prstGeom prst="rect">
            <a:avLst/>
          </a:prstGeom>
          <a:noFill/>
          <a:ln w="0">
            <a:noFill/>
            <a:prstDash val="solid"/>
          </a:ln>
        </p:spPr>
        <p:txBody>
          <a:bodyPr lIns="19050" tIns="19050" rIns="19050" bIns="19050" anchor="t">
            <a:normAutofit fontScale="87719"/>
          </a:bodyPr>
          <a:lstStyle/>
          <a:p>
            <a:pPr algn="l">
              <a:lnSpc>
                <a:spcPct val="110000"/>
              </a:lnSpc>
              <a:buNone/>
              <a:defRPr sz="1425" b="1">
                <a:solidFill>
                  <a:srgbClr val="2563EB"/>
                </a:solidFill>
                <a:latin typeface="PingFang SC"/>
                <a:ea typeface="PingFang SC"/>
                <a:cs typeface="PingFang SC"/>
              </a:defRPr>
            </a:pPr>
            <a:r>
              <a:rPr sz="1425" b="1">
                <a:solidFill>
                  <a:srgbClr val="2563EB"/>
                </a:solidFill>
                <a:latin typeface="PingFang SC"/>
                <a:ea typeface="PingFang SC"/>
                <a:cs typeface="PingFang SC"/>
              </a:rPr>
              <a:t>输入</a:t>
            </a:r>
          </a:p>
        </p:txBody>
      </p:sp>
      <p:sp>
        <p:nvSpPr>
          <p:cNvPr id="6" name="矩形 5">
            <a:extLst>
              <a:ext uri="{FF2B5EF4-FFF2-40B4-BE49-F238E27FC236}">
                <a16:creationId xmlns:a16="http://schemas.microsoft.com/office/drawing/2014/main" id="{80AFB375-C86D-48DE-B3B5-56B86BEC5E82}"/>
              </a:ext>
            </a:extLst>
          </p:cNvPr>
          <p:cNvSpPr>
            <a:spLocks noGrp="1"/>
          </p:cNvSpPr>
          <p:nvPr/>
        </p:nvSpPr>
        <p:spPr>
          <a:xfrm>
            <a:off x="971550" y="3905250"/>
            <a:ext cx="1314450" cy="476250"/>
          </a:xfrm>
          <a:prstGeom prst="rect">
            <a:avLst/>
          </a:prstGeom>
          <a:noFill/>
          <a:ln w="0">
            <a:noFill/>
            <a:prstDash val="solid"/>
          </a:ln>
        </p:spPr>
        <p:txBody>
          <a:bodyPr lIns="19050" tIns="19050" rIns="19050" bIns="19050" anchor="t">
            <a:normAutofit/>
          </a:bodyPr>
          <a:lstStyle/>
          <a:p>
            <a:pPr algn="l">
              <a:lnSpc>
                <a:spcPct val="114000"/>
              </a:lnSpc>
              <a:buNone/>
              <a:defRPr sz="1125" b="0">
                <a:solidFill>
                  <a:srgbClr val="172033"/>
                </a:solidFill>
                <a:latin typeface="PingFang SC"/>
                <a:ea typeface="PingFang SC"/>
                <a:cs typeface="PingFang SC"/>
              </a:defRPr>
            </a:pPr>
            <a:r>
              <a:rPr sz="1125" b="0">
                <a:solidFill>
                  <a:srgbClr val="172033"/>
                </a:solidFill>
                <a:latin typeface="PingFang SC"/>
                <a:ea typeface="PingFang SC"/>
                <a:cs typeface="PingFang SC"/>
              </a:rPr>
              <a:t>匿名 ESL 作文</a:t>
            </a:r>
          </a:p>
        </p:txBody>
      </p:sp>
      <p:sp>
        <p:nvSpPr>
          <p:cNvPr id="7" name="右箭头 6">
            <a:extLst>
              <a:ext uri="{FF2B5EF4-FFF2-40B4-BE49-F238E27FC236}">
                <a16:creationId xmlns:a16="http://schemas.microsoft.com/office/drawing/2014/main" id="{9EAB2222-E792-4B22-AB53-AD8F43F91107}"/>
              </a:ext>
            </a:extLst>
          </p:cNvPr>
          <p:cNvSpPr>
            <a:spLocks noGrp="1"/>
          </p:cNvSpPr>
          <p:nvPr/>
        </p:nvSpPr>
        <p:spPr>
          <a:xfrm>
            <a:off x="2590800" y="3781425"/>
            <a:ext cx="666750" cy="342900"/>
          </a:xfrm>
          <a:prstGeom prst="rightArrow">
            <a:avLst/>
          </a:prstGeom>
          <a:solidFill>
            <a:srgbClr val="2563EB"/>
          </a:solidFill>
          <a:ln w="9525">
            <a:solidFill>
              <a:srgbClr val="2563EB"/>
            </a:solidFill>
            <a:prstDash val="solid"/>
          </a:ln>
        </p:spPr>
        <p:txBody>
          <a:bodyPr/>
          <a:lstStyle/>
          <a:p>
            <a:endParaRPr lang="zh-CN" altLang="en-US"/>
          </a:p>
        </p:txBody>
      </p:sp>
      <p:sp>
        <p:nvSpPr>
          <p:cNvPr id="8" name="圆角矩形 7">
            <a:extLst>
              <a:ext uri="{FF2B5EF4-FFF2-40B4-BE49-F238E27FC236}">
                <a16:creationId xmlns:a16="http://schemas.microsoft.com/office/drawing/2014/main" id="{6E977BEA-592D-4A81-A56A-66EAE5E6FCA7}"/>
              </a:ext>
            </a:extLst>
          </p:cNvPr>
          <p:cNvSpPr>
            <a:spLocks noGrp="1"/>
          </p:cNvSpPr>
          <p:nvPr/>
        </p:nvSpPr>
        <p:spPr>
          <a:xfrm>
            <a:off x="3409950" y="3429000"/>
            <a:ext cx="1619250" cy="1047750"/>
          </a:xfrm>
          <a:prstGeom prst="roundRect">
            <a:avLst>
              <a:gd name="adj" fmla="val 10909"/>
            </a:avLst>
          </a:prstGeom>
          <a:solidFill>
            <a:srgbClr val="FFFFFF"/>
          </a:solidFill>
          <a:ln w="9525">
            <a:solidFill>
              <a:srgbClr val="0F766E"/>
            </a:solidFill>
            <a:prstDash val="solid"/>
          </a:ln>
        </p:spPr>
        <p:style>
          <a:lnRef idx="0">
            <a:scrgbClr r="0" g="0" b="0"/>
          </a:lnRef>
          <a:fillRef idx="0">
            <a:scrgbClr r="0" g="0" b="0"/>
          </a:fillRef>
          <a:effectRef idx="4">
            <a:scrgbClr r="0" g="0" b="0"/>
          </a:effectRef>
          <a:fontRef idx="major"/>
        </p:style>
        <p:txBody>
          <a:bodyPr/>
          <a:lstStyle/>
          <a:p>
            <a:endParaRPr lang="zh-CN" altLang="en-US"/>
          </a:p>
        </p:txBody>
      </p:sp>
      <p:sp>
        <p:nvSpPr>
          <p:cNvPr id="9" name="矩形 8">
            <a:extLst>
              <a:ext uri="{FF2B5EF4-FFF2-40B4-BE49-F238E27FC236}">
                <a16:creationId xmlns:a16="http://schemas.microsoft.com/office/drawing/2014/main" id="{C15107D4-35AC-47DE-AA6D-46004D87CA0E}"/>
              </a:ext>
            </a:extLst>
          </p:cNvPr>
          <p:cNvSpPr>
            <a:spLocks noGrp="1"/>
          </p:cNvSpPr>
          <p:nvPr/>
        </p:nvSpPr>
        <p:spPr>
          <a:xfrm>
            <a:off x="3562350" y="3581400"/>
            <a:ext cx="1314450" cy="247650"/>
          </a:xfrm>
          <a:prstGeom prst="rect">
            <a:avLst/>
          </a:prstGeom>
          <a:noFill/>
          <a:ln w="0">
            <a:noFill/>
            <a:prstDash val="solid"/>
          </a:ln>
        </p:spPr>
        <p:txBody>
          <a:bodyPr lIns="19050" tIns="19050" rIns="19050" bIns="19050" anchor="t">
            <a:normAutofit fontScale="87719"/>
          </a:bodyPr>
          <a:lstStyle/>
          <a:p>
            <a:pPr algn="l">
              <a:lnSpc>
                <a:spcPct val="110000"/>
              </a:lnSpc>
              <a:buNone/>
              <a:defRPr sz="1425" b="1">
                <a:solidFill>
                  <a:srgbClr val="0F766E"/>
                </a:solidFill>
                <a:latin typeface="PingFang SC"/>
                <a:ea typeface="PingFang SC"/>
                <a:cs typeface="PingFang SC"/>
              </a:defRPr>
            </a:pPr>
            <a:r>
              <a:rPr sz="1425" b="1">
                <a:solidFill>
                  <a:srgbClr val="0F766E"/>
                </a:solidFill>
                <a:latin typeface="PingFang SC"/>
                <a:ea typeface="PingFang SC"/>
                <a:cs typeface="PingFang SC"/>
              </a:rPr>
              <a:t>反馈</a:t>
            </a:r>
          </a:p>
        </p:txBody>
      </p:sp>
      <p:sp>
        <p:nvSpPr>
          <p:cNvPr id="10" name="矩形 9">
            <a:extLst>
              <a:ext uri="{FF2B5EF4-FFF2-40B4-BE49-F238E27FC236}">
                <a16:creationId xmlns:a16="http://schemas.microsoft.com/office/drawing/2014/main" id="{CCD614BE-C2F3-4A43-9A0A-2A216CD8FA73}"/>
              </a:ext>
            </a:extLst>
          </p:cNvPr>
          <p:cNvSpPr>
            <a:spLocks noGrp="1"/>
          </p:cNvSpPr>
          <p:nvPr/>
        </p:nvSpPr>
        <p:spPr>
          <a:xfrm>
            <a:off x="3562350" y="3905250"/>
            <a:ext cx="1314450" cy="476250"/>
          </a:xfrm>
          <a:prstGeom prst="rect">
            <a:avLst/>
          </a:prstGeom>
          <a:noFill/>
          <a:ln w="0">
            <a:noFill/>
            <a:prstDash val="solid"/>
          </a:ln>
        </p:spPr>
        <p:txBody>
          <a:bodyPr lIns="19050" tIns="19050" rIns="19050" bIns="19050" anchor="t">
            <a:normAutofit/>
          </a:bodyPr>
          <a:lstStyle/>
          <a:p>
            <a:pPr algn="l">
              <a:lnSpc>
                <a:spcPct val="114000"/>
              </a:lnSpc>
              <a:buNone/>
              <a:defRPr sz="1125" b="0">
                <a:solidFill>
                  <a:srgbClr val="172033"/>
                </a:solidFill>
                <a:latin typeface="PingFang SC"/>
                <a:ea typeface="PingFang SC"/>
                <a:cs typeface="PingFang SC"/>
              </a:defRPr>
            </a:pPr>
            <a:r>
              <a:rPr sz="1125" b="0">
                <a:solidFill>
                  <a:srgbClr val="172033"/>
                </a:solidFill>
                <a:latin typeface="PingFang SC"/>
                <a:ea typeface="PingFang SC"/>
                <a:cs typeface="PingFang SC"/>
              </a:rPr>
              <a:t>多条 AI 建议</a:t>
            </a:r>
          </a:p>
        </p:txBody>
      </p:sp>
      <p:sp>
        <p:nvSpPr>
          <p:cNvPr id="11" name="右箭头 10">
            <a:extLst>
              <a:ext uri="{FF2B5EF4-FFF2-40B4-BE49-F238E27FC236}">
                <a16:creationId xmlns:a16="http://schemas.microsoft.com/office/drawing/2014/main" id="{C0117764-D858-49AC-890F-713E7785185D}"/>
              </a:ext>
            </a:extLst>
          </p:cNvPr>
          <p:cNvSpPr>
            <a:spLocks noGrp="1"/>
          </p:cNvSpPr>
          <p:nvPr/>
        </p:nvSpPr>
        <p:spPr>
          <a:xfrm>
            <a:off x="5181600" y="3781425"/>
            <a:ext cx="666750" cy="342900"/>
          </a:xfrm>
          <a:prstGeom prst="rightArrow">
            <a:avLst/>
          </a:prstGeom>
          <a:solidFill>
            <a:srgbClr val="2563EB"/>
          </a:solidFill>
          <a:ln w="9525">
            <a:solidFill>
              <a:srgbClr val="2563EB"/>
            </a:solidFill>
            <a:prstDash val="solid"/>
          </a:ln>
        </p:spPr>
        <p:txBody>
          <a:bodyPr/>
          <a:lstStyle/>
          <a:p>
            <a:endParaRPr lang="zh-CN" altLang="en-US"/>
          </a:p>
        </p:txBody>
      </p:sp>
      <p:sp>
        <p:nvSpPr>
          <p:cNvPr id="12" name="圆角矩形 11">
            <a:extLst>
              <a:ext uri="{FF2B5EF4-FFF2-40B4-BE49-F238E27FC236}">
                <a16:creationId xmlns:a16="http://schemas.microsoft.com/office/drawing/2014/main" id="{4762A796-5FAE-47D9-B463-EC784209DEC4}"/>
              </a:ext>
            </a:extLst>
          </p:cNvPr>
          <p:cNvSpPr>
            <a:spLocks noGrp="1"/>
          </p:cNvSpPr>
          <p:nvPr/>
        </p:nvSpPr>
        <p:spPr>
          <a:xfrm>
            <a:off x="6000750" y="3429000"/>
            <a:ext cx="1809750" cy="1047750"/>
          </a:xfrm>
          <a:prstGeom prst="roundRect">
            <a:avLst>
              <a:gd name="adj" fmla="val 10909"/>
            </a:avLst>
          </a:prstGeom>
          <a:solidFill>
            <a:srgbClr val="FFFFFF"/>
          </a:solidFill>
          <a:ln w="9525">
            <a:solidFill>
              <a:srgbClr val="F59E0B"/>
            </a:solidFill>
            <a:prstDash val="solid"/>
          </a:ln>
        </p:spPr>
        <p:style>
          <a:lnRef idx="0">
            <a:scrgbClr r="0" g="0" b="0"/>
          </a:lnRef>
          <a:fillRef idx="0">
            <a:scrgbClr r="0" g="0" b="0"/>
          </a:fillRef>
          <a:effectRef idx="4">
            <a:scrgbClr r="0" g="0" b="0"/>
          </a:effectRef>
          <a:fontRef idx="major"/>
        </p:style>
        <p:txBody>
          <a:bodyPr/>
          <a:lstStyle/>
          <a:p>
            <a:endParaRPr lang="zh-CN" altLang="en-US"/>
          </a:p>
        </p:txBody>
      </p:sp>
      <p:sp>
        <p:nvSpPr>
          <p:cNvPr id="13" name="矩形 12">
            <a:extLst>
              <a:ext uri="{FF2B5EF4-FFF2-40B4-BE49-F238E27FC236}">
                <a16:creationId xmlns:a16="http://schemas.microsoft.com/office/drawing/2014/main" id="{9C2FB28E-F59C-4ECA-AC83-0CE5B30AF858}"/>
              </a:ext>
            </a:extLst>
          </p:cNvPr>
          <p:cNvSpPr>
            <a:spLocks noGrp="1"/>
          </p:cNvSpPr>
          <p:nvPr/>
        </p:nvSpPr>
        <p:spPr>
          <a:xfrm>
            <a:off x="6153150" y="3581400"/>
            <a:ext cx="1504950" cy="247650"/>
          </a:xfrm>
          <a:prstGeom prst="rect">
            <a:avLst/>
          </a:prstGeom>
          <a:noFill/>
          <a:ln w="0">
            <a:noFill/>
            <a:prstDash val="solid"/>
          </a:ln>
        </p:spPr>
        <p:txBody>
          <a:bodyPr lIns="19050" tIns="19050" rIns="19050" bIns="19050" anchor="t">
            <a:normAutofit fontScale="87719"/>
          </a:bodyPr>
          <a:lstStyle/>
          <a:p>
            <a:pPr algn="l">
              <a:lnSpc>
                <a:spcPct val="110000"/>
              </a:lnSpc>
              <a:buNone/>
              <a:defRPr sz="1425" b="1">
                <a:solidFill>
                  <a:srgbClr val="F59E0B"/>
                </a:solidFill>
                <a:latin typeface="PingFang SC"/>
                <a:ea typeface="PingFang SC"/>
                <a:cs typeface="PingFang SC"/>
              </a:defRPr>
            </a:pPr>
            <a:r>
              <a:rPr sz="1425" b="1">
                <a:solidFill>
                  <a:srgbClr val="F59E0B"/>
                </a:solidFill>
                <a:latin typeface="PingFang SC"/>
                <a:ea typeface="PingFang SC"/>
                <a:cs typeface="PingFang SC"/>
              </a:rPr>
              <a:t>路由</a:t>
            </a:r>
          </a:p>
        </p:txBody>
      </p:sp>
      <p:sp>
        <p:nvSpPr>
          <p:cNvPr id="14" name="矩形 13">
            <a:extLst>
              <a:ext uri="{FF2B5EF4-FFF2-40B4-BE49-F238E27FC236}">
                <a16:creationId xmlns:a16="http://schemas.microsoft.com/office/drawing/2014/main" id="{04DAD9C7-58FE-4733-8681-61E6B910C5DF}"/>
              </a:ext>
            </a:extLst>
          </p:cNvPr>
          <p:cNvSpPr>
            <a:spLocks noGrp="1"/>
          </p:cNvSpPr>
          <p:nvPr/>
        </p:nvSpPr>
        <p:spPr>
          <a:xfrm>
            <a:off x="6153150" y="3905250"/>
            <a:ext cx="1504950" cy="476250"/>
          </a:xfrm>
          <a:prstGeom prst="rect">
            <a:avLst/>
          </a:prstGeom>
          <a:noFill/>
          <a:ln w="0">
            <a:noFill/>
            <a:prstDash val="solid"/>
          </a:ln>
        </p:spPr>
        <p:txBody>
          <a:bodyPr lIns="19050" tIns="19050" rIns="19050" bIns="19050" anchor="t">
            <a:normAutofit/>
          </a:bodyPr>
          <a:lstStyle/>
          <a:p>
            <a:pPr algn="l">
              <a:lnSpc>
                <a:spcPct val="114000"/>
              </a:lnSpc>
              <a:buNone/>
              <a:defRPr sz="1125" b="0">
                <a:solidFill>
                  <a:srgbClr val="172033"/>
                </a:solidFill>
                <a:latin typeface="PingFang SC"/>
                <a:ea typeface="PingFang SC"/>
                <a:cs typeface="PingFang SC"/>
              </a:defRPr>
            </a:pPr>
            <a:r>
              <a:rPr sz="1125" b="0">
                <a:solidFill>
                  <a:srgbClr val="172033"/>
                </a:solidFill>
                <a:latin typeface="PingFang SC"/>
                <a:ea typeface="PingFang SC"/>
                <a:cs typeface="PingFang SC"/>
              </a:rPr>
              <a:t>安全图 + 风险判断</a:t>
            </a:r>
          </a:p>
        </p:txBody>
      </p:sp>
      <p:sp>
        <p:nvSpPr>
          <p:cNvPr id="15" name="右箭头 14">
            <a:extLst>
              <a:ext uri="{FF2B5EF4-FFF2-40B4-BE49-F238E27FC236}">
                <a16:creationId xmlns:a16="http://schemas.microsoft.com/office/drawing/2014/main" id="{893464CB-1669-4BA0-88CB-62402DC73D83}"/>
              </a:ext>
            </a:extLst>
          </p:cNvPr>
          <p:cNvSpPr>
            <a:spLocks noGrp="1"/>
          </p:cNvSpPr>
          <p:nvPr/>
        </p:nvSpPr>
        <p:spPr>
          <a:xfrm>
            <a:off x="7962900" y="3781425"/>
            <a:ext cx="666750" cy="342900"/>
          </a:xfrm>
          <a:prstGeom prst="rightArrow">
            <a:avLst/>
          </a:prstGeom>
          <a:solidFill>
            <a:srgbClr val="2563EB"/>
          </a:solidFill>
          <a:ln w="9525">
            <a:solidFill>
              <a:srgbClr val="2563EB"/>
            </a:solidFill>
            <a:prstDash val="solid"/>
          </a:ln>
        </p:spPr>
        <p:txBody>
          <a:bodyPr/>
          <a:lstStyle/>
          <a:p>
            <a:endParaRPr lang="zh-CN" altLang="en-US"/>
          </a:p>
        </p:txBody>
      </p:sp>
      <p:sp>
        <p:nvSpPr>
          <p:cNvPr id="16" name="圆角矩形 15">
            <a:extLst>
              <a:ext uri="{FF2B5EF4-FFF2-40B4-BE49-F238E27FC236}">
                <a16:creationId xmlns:a16="http://schemas.microsoft.com/office/drawing/2014/main" id="{7E3BFE7F-4DFA-466C-A3D3-4CC3BAD39735}"/>
              </a:ext>
            </a:extLst>
          </p:cNvPr>
          <p:cNvSpPr>
            <a:spLocks noGrp="1"/>
          </p:cNvSpPr>
          <p:nvPr/>
        </p:nvSpPr>
        <p:spPr>
          <a:xfrm>
            <a:off x="8782050" y="3429000"/>
            <a:ext cx="1714500" cy="1047750"/>
          </a:xfrm>
          <a:prstGeom prst="roundRect">
            <a:avLst>
              <a:gd name="adj" fmla="val 10909"/>
            </a:avLst>
          </a:prstGeom>
          <a:solidFill>
            <a:srgbClr val="FFFFFF"/>
          </a:solidFill>
          <a:ln w="9525">
            <a:solidFill>
              <a:srgbClr val="DC2626"/>
            </a:solidFill>
            <a:prstDash val="solid"/>
          </a:ln>
        </p:spPr>
        <p:style>
          <a:lnRef idx="0">
            <a:scrgbClr r="0" g="0" b="0"/>
          </a:lnRef>
          <a:fillRef idx="0">
            <a:scrgbClr r="0" g="0" b="0"/>
          </a:fillRef>
          <a:effectRef idx="4">
            <a:scrgbClr r="0" g="0" b="0"/>
          </a:effectRef>
          <a:fontRef idx="major"/>
        </p:style>
        <p:txBody>
          <a:bodyPr/>
          <a:lstStyle/>
          <a:p>
            <a:endParaRPr lang="zh-CN" altLang="en-US"/>
          </a:p>
        </p:txBody>
      </p:sp>
      <p:sp>
        <p:nvSpPr>
          <p:cNvPr id="17" name="矩形 16">
            <a:extLst>
              <a:ext uri="{FF2B5EF4-FFF2-40B4-BE49-F238E27FC236}">
                <a16:creationId xmlns:a16="http://schemas.microsoft.com/office/drawing/2014/main" id="{972F7616-A6E9-4EC5-AEB7-95CD67F9F6FE}"/>
              </a:ext>
            </a:extLst>
          </p:cNvPr>
          <p:cNvSpPr>
            <a:spLocks noGrp="1"/>
          </p:cNvSpPr>
          <p:nvPr/>
        </p:nvSpPr>
        <p:spPr>
          <a:xfrm>
            <a:off x="8934450" y="3581400"/>
            <a:ext cx="1409700" cy="247650"/>
          </a:xfrm>
          <a:prstGeom prst="rect">
            <a:avLst/>
          </a:prstGeom>
          <a:noFill/>
          <a:ln w="0">
            <a:noFill/>
            <a:prstDash val="solid"/>
          </a:ln>
        </p:spPr>
        <p:txBody>
          <a:bodyPr lIns="19050" tIns="19050" rIns="19050" bIns="19050" anchor="t">
            <a:normAutofit fontScale="87719"/>
          </a:bodyPr>
          <a:lstStyle/>
          <a:p>
            <a:pPr algn="l">
              <a:lnSpc>
                <a:spcPct val="110000"/>
              </a:lnSpc>
              <a:buNone/>
              <a:defRPr sz="1425" b="1">
                <a:solidFill>
                  <a:srgbClr val="DC2626"/>
                </a:solidFill>
                <a:latin typeface="PingFang SC"/>
                <a:ea typeface="PingFang SC"/>
                <a:cs typeface="PingFang SC"/>
              </a:defRPr>
            </a:pPr>
            <a:r>
              <a:rPr sz="1425" b="1">
                <a:solidFill>
                  <a:srgbClr val="DC2626"/>
                </a:solidFill>
                <a:latin typeface="PingFang SC"/>
                <a:ea typeface="PingFang SC"/>
                <a:cs typeface="PingFang SC"/>
              </a:rPr>
              <a:t>教师</a:t>
            </a:r>
          </a:p>
        </p:txBody>
      </p:sp>
      <p:sp>
        <p:nvSpPr>
          <p:cNvPr id="18" name="矩形 17">
            <a:extLst>
              <a:ext uri="{FF2B5EF4-FFF2-40B4-BE49-F238E27FC236}">
                <a16:creationId xmlns:a16="http://schemas.microsoft.com/office/drawing/2014/main" id="{78FF0395-0503-45FD-8155-B8F8A749F487}"/>
              </a:ext>
            </a:extLst>
          </p:cNvPr>
          <p:cNvSpPr>
            <a:spLocks noGrp="1"/>
          </p:cNvSpPr>
          <p:nvPr/>
        </p:nvSpPr>
        <p:spPr>
          <a:xfrm>
            <a:off x="8934450" y="3905250"/>
            <a:ext cx="1409700" cy="476250"/>
          </a:xfrm>
          <a:prstGeom prst="rect">
            <a:avLst/>
          </a:prstGeom>
          <a:noFill/>
          <a:ln w="0">
            <a:noFill/>
            <a:prstDash val="solid"/>
          </a:ln>
        </p:spPr>
        <p:txBody>
          <a:bodyPr lIns="19050" tIns="19050" rIns="19050" bIns="19050" anchor="t">
            <a:normAutofit/>
          </a:bodyPr>
          <a:lstStyle/>
          <a:p>
            <a:pPr algn="l">
              <a:lnSpc>
                <a:spcPct val="114000"/>
              </a:lnSpc>
              <a:buNone/>
              <a:defRPr sz="1125" b="0">
                <a:solidFill>
                  <a:srgbClr val="172033"/>
                </a:solidFill>
                <a:latin typeface="PingFang SC"/>
                <a:ea typeface="PingFang SC"/>
                <a:cs typeface="PingFang SC"/>
              </a:defRPr>
            </a:pPr>
            <a:r>
              <a:rPr sz="1125" b="0">
                <a:solidFill>
                  <a:srgbClr val="172033"/>
                </a:solidFill>
                <a:latin typeface="PingFang SC"/>
                <a:ea typeface="PingFang SC"/>
                <a:cs typeface="PingFang SC"/>
              </a:rPr>
              <a:t>复核高风险反馈</a:t>
            </a:r>
          </a:p>
        </p:txBody>
      </p:sp>
      <p:sp>
        <p:nvSpPr>
          <p:cNvPr id="19" name="圆角矩形 18">
            <a:extLst>
              <a:ext uri="{FF2B5EF4-FFF2-40B4-BE49-F238E27FC236}">
                <a16:creationId xmlns:a16="http://schemas.microsoft.com/office/drawing/2014/main" id="{267F3E5A-A58C-4336-A496-775AE45CFCF9}"/>
              </a:ext>
            </a:extLst>
          </p:cNvPr>
          <p:cNvSpPr>
            <a:spLocks noGrp="1"/>
          </p:cNvSpPr>
          <p:nvPr/>
        </p:nvSpPr>
        <p:spPr>
          <a:xfrm>
            <a:off x="8858250" y="666750"/>
            <a:ext cx="2476500" cy="1485900"/>
          </a:xfrm>
          <a:prstGeom prst="roundRect">
            <a:avLst>
              <a:gd name="adj" fmla="val 10256"/>
            </a:avLst>
          </a:prstGeom>
          <a:solidFill>
            <a:srgbClr val="DBEAFE"/>
          </a:solidFill>
          <a:ln w="0">
            <a:noFill/>
            <a:prstDash val="solid"/>
          </a:ln>
        </p:spPr>
        <p:txBody>
          <a:bodyPr/>
          <a:lstStyle/>
          <a:p>
            <a:endParaRPr lang="zh-CN" altLang="en-US"/>
          </a:p>
        </p:txBody>
      </p:sp>
      <p:sp>
        <p:nvSpPr>
          <p:cNvPr id="20" name="矩形 19">
            <a:extLst>
              <a:ext uri="{FF2B5EF4-FFF2-40B4-BE49-F238E27FC236}">
                <a16:creationId xmlns:a16="http://schemas.microsoft.com/office/drawing/2014/main" id="{2464D209-AB0E-494C-9388-5AF32D43F86C}"/>
              </a:ext>
            </a:extLst>
          </p:cNvPr>
          <p:cNvSpPr>
            <a:spLocks noGrp="1"/>
          </p:cNvSpPr>
          <p:nvPr/>
        </p:nvSpPr>
        <p:spPr>
          <a:xfrm>
            <a:off x="9124950" y="914400"/>
            <a:ext cx="1143000" cy="247650"/>
          </a:xfrm>
          <a:prstGeom prst="rect">
            <a:avLst/>
          </a:prstGeom>
          <a:noFill/>
          <a:ln w="0">
            <a:noFill/>
            <a:prstDash val="solid"/>
          </a:ln>
        </p:spPr>
        <p:txBody>
          <a:bodyPr lIns="19050" tIns="19050" rIns="19050" bIns="19050" anchor="t">
            <a:normAutofit fontScale="92593"/>
          </a:bodyPr>
          <a:lstStyle/>
          <a:p>
            <a:pPr algn="l">
              <a:lnSpc>
                <a:spcPct val="110000"/>
              </a:lnSpc>
              <a:buNone/>
              <a:defRPr sz="1350" b="1">
                <a:solidFill>
                  <a:srgbClr val="2563EB"/>
                </a:solidFill>
                <a:latin typeface="PingFang SC"/>
                <a:ea typeface="PingFang SC"/>
                <a:cs typeface="PingFang SC"/>
              </a:defRPr>
            </a:pPr>
            <a:r>
              <a:rPr sz="1350" b="1">
                <a:solidFill>
                  <a:srgbClr val="2563EB"/>
                </a:solidFill>
                <a:latin typeface="PingFang SC"/>
                <a:ea typeface="PingFang SC"/>
                <a:cs typeface="PingFang SC"/>
              </a:rPr>
              <a:t>一句话</a:t>
            </a:r>
          </a:p>
        </p:txBody>
      </p:sp>
      <p:sp>
        <p:nvSpPr>
          <p:cNvPr id="21" name="矩形 20">
            <a:extLst>
              <a:ext uri="{FF2B5EF4-FFF2-40B4-BE49-F238E27FC236}">
                <a16:creationId xmlns:a16="http://schemas.microsoft.com/office/drawing/2014/main" id="{4B7D5A80-5581-49FF-9F96-A0798160CC37}"/>
              </a:ext>
            </a:extLst>
          </p:cNvPr>
          <p:cNvSpPr>
            <a:spLocks noGrp="1"/>
          </p:cNvSpPr>
          <p:nvPr/>
        </p:nvSpPr>
        <p:spPr>
          <a:xfrm>
            <a:off x="9124950" y="1238250"/>
            <a:ext cx="1885950" cy="685800"/>
          </a:xfrm>
          <a:prstGeom prst="rect">
            <a:avLst/>
          </a:prstGeom>
          <a:noFill/>
          <a:ln w="0">
            <a:noFill/>
            <a:prstDash val="solid"/>
          </a:ln>
        </p:spPr>
        <p:txBody>
          <a:bodyPr lIns="19050" tIns="19050" rIns="19050" bIns="19050" anchor="t">
            <a:normAutofit fontScale="71847"/>
          </a:bodyPr>
          <a:lstStyle/>
          <a:p>
            <a:pPr algn="l">
              <a:lnSpc>
                <a:spcPct val="118000"/>
              </a:lnSpc>
              <a:buNone/>
              <a:defRPr sz="1350" b="0">
                <a:solidFill>
                  <a:srgbClr val="172033"/>
                </a:solidFill>
                <a:latin typeface="PingFang SC"/>
                <a:ea typeface="PingFang SC"/>
                <a:cs typeface="PingFang SC"/>
              </a:defRPr>
            </a:pPr>
            <a:r>
              <a:rPr sz="1350" b="0" dirty="0" err="1">
                <a:solidFill>
                  <a:srgbClr val="172033"/>
                </a:solidFill>
                <a:latin typeface="PingFang SC"/>
                <a:ea typeface="PingFang SC"/>
                <a:cs typeface="PingFang SC"/>
              </a:rPr>
              <a:t>系统不是替老师判作文，而是判断每条</a:t>
            </a:r>
            <a:r>
              <a:rPr sz="1350" b="0" dirty="0">
                <a:solidFill>
                  <a:srgbClr val="172033"/>
                </a:solidFill>
                <a:latin typeface="PingFang SC"/>
                <a:ea typeface="PingFang SC"/>
                <a:cs typeface="PingFang SC"/>
              </a:rPr>
              <a:t> AI </a:t>
            </a:r>
            <a:r>
              <a:rPr sz="1350" b="0" dirty="0" err="1">
                <a:solidFill>
                  <a:srgbClr val="172033"/>
                </a:solidFill>
                <a:latin typeface="PingFang SC"/>
                <a:ea typeface="PingFang SC"/>
                <a:cs typeface="PingFang SC"/>
              </a:rPr>
              <a:t>反馈是否安全到可以直接给学生</a:t>
            </a:r>
            <a:r>
              <a:rPr sz="1350" b="0" dirty="0">
                <a:solidFill>
                  <a:srgbClr val="172033"/>
                </a:solidFill>
                <a:latin typeface="PingFang SC"/>
                <a:ea typeface="PingFang SC"/>
                <a:cs typeface="PingFang SC"/>
              </a:rPr>
              <a:t>。</a:t>
            </a:r>
          </a:p>
        </p:txBody>
      </p:sp>
      <p:sp>
        <p:nvSpPr>
          <p:cNvPr id="22" name="矩形 21">
            <a:extLst>
              <a:ext uri="{FF2B5EF4-FFF2-40B4-BE49-F238E27FC236}">
                <a16:creationId xmlns:a16="http://schemas.microsoft.com/office/drawing/2014/main" id="{A569F8E0-CAD8-47FA-BF4F-491412F26D3F}"/>
              </a:ext>
            </a:extLst>
          </p:cNvPr>
          <p:cNvSpPr>
            <a:spLocks noGrp="1"/>
          </p:cNvSpPr>
          <p:nvPr/>
        </p:nvSpPr>
        <p:spPr>
          <a:xfrm>
            <a:off x="609600" y="6553200"/>
            <a:ext cx="4000500" cy="171450"/>
          </a:xfrm>
          <a:prstGeom prst="rect">
            <a:avLst/>
          </a:prstGeom>
          <a:noFill/>
          <a:ln w="0">
            <a:noFill/>
            <a:prstDash val="solid"/>
          </a:ln>
        </p:spPr>
        <p:txBody>
          <a:bodyPr lIns="19050" tIns="19050" rIns="19050" bIns="19050" anchor="t">
            <a:normAutofit/>
          </a:bodyPr>
          <a:lstStyle/>
          <a:p>
            <a:pPr algn="l">
              <a:lnSpc>
                <a:spcPct val="110000"/>
              </a:lnSpc>
              <a:buNone/>
              <a:defRPr sz="750" b="0">
                <a:solidFill>
                  <a:srgbClr val="8792A3"/>
                </a:solidFill>
                <a:latin typeface="PingFang SC"/>
                <a:ea typeface="PingFang SC"/>
                <a:cs typeface="PingFang SC"/>
              </a:defRPr>
            </a:pPr>
            <a:r>
              <a:rPr sz="750" b="0">
                <a:solidFill>
                  <a:srgbClr val="8792A3"/>
                </a:solidFill>
                <a:latin typeface="PingFang SC"/>
                <a:ea typeface="PingFang SC"/>
                <a:cs typeface="PingFang SC"/>
              </a:rPr>
              <a:t>ConsensusScope workflow explanation | 1/12</a:t>
            </a:r>
          </a:p>
        </p:txBody>
      </p:sp>
    </p:spTree>
    <p:extLst>
      <p:ext uri="{BB962C8B-B14F-4D97-AF65-F5344CB8AC3E}">
        <p14:creationId xmlns:p14="http://schemas.microsoft.com/office/powerpoint/2010/main" val="200495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7" name="矩形 16">
            <a:extLst>
              <a:ext uri="{FF2B5EF4-FFF2-40B4-BE49-F238E27FC236}">
                <a16:creationId xmlns:a16="http://schemas.microsoft.com/office/drawing/2014/main" id="{F0E5891F-FD08-4331-828E-2259EC4B4CB3}"/>
              </a:ext>
            </a:extLst>
          </p:cNvPr>
          <p:cNvSpPr>
            <a:spLocks noGrp="1"/>
          </p:cNvSpPr>
          <p:nvPr/>
        </p:nvSpPr>
        <p:spPr>
          <a:xfrm>
            <a:off x="609600" y="400050"/>
            <a:ext cx="4953000" cy="266700"/>
          </a:xfrm>
          <a:prstGeom prst="rect">
            <a:avLst/>
          </a:prstGeom>
          <a:noFill/>
          <a:ln w="0">
            <a:noFill/>
            <a:prstDash val="solid"/>
          </a:ln>
        </p:spPr>
        <p:txBody>
          <a:bodyPr lIns="19050" tIns="19050" rIns="19050" bIns="19050" anchor="t">
            <a:normAutofit/>
          </a:bodyPr>
          <a:lstStyle/>
          <a:p>
            <a:pPr algn="l">
              <a:lnSpc>
                <a:spcPct val="110000"/>
              </a:lnSpc>
              <a:buNone/>
              <a:defRPr sz="975" b="1">
                <a:solidFill>
                  <a:srgbClr val="2563EB"/>
                </a:solidFill>
                <a:latin typeface="PingFang SC"/>
                <a:ea typeface="PingFang SC"/>
                <a:cs typeface="PingFang SC"/>
              </a:defRPr>
            </a:pPr>
            <a:r>
              <a:rPr sz="975" b="1">
                <a:solidFill>
                  <a:srgbClr val="2563EB"/>
                </a:solidFill>
                <a:latin typeface="PingFang SC"/>
                <a:ea typeface="PingFang SC"/>
                <a:cs typeface="PingFang SC"/>
              </a:rPr>
              <a:t>定位</a:t>
            </a:r>
          </a:p>
        </p:txBody>
      </p:sp>
      <p:sp>
        <p:nvSpPr>
          <p:cNvPr id="2" name="矩形 1">
            <a:extLst>
              <a:ext uri="{FF2B5EF4-FFF2-40B4-BE49-F238E27FC236}">
                <a16:creationId xmlns:a16="http://schemas.microsoft.com/office/drawing/2014/main" id="{C4AC5283-078C-4CD2-A9EF-A4B8D1DDCAF7}"/>
              </a:ext>
            </a:extLst>
          </p:cNvPr>
          <p:cNvSpPr>
            <a:spLocks noGrp="1"/>
          </p:cNvSpPr>
          <p:nvPr/>
        </p:nvSpPr>
        <p:spPr>
          <a:xfrm>
            <a:off x="609600" y="723900"/>
            <a:ext cx="8763000" cy="590550"/>
          </a:xfrm>
          <a:prstGeom prst="rect">
            <a:avLst/>
          </a:prstGeom>
          <a:noFill/>
          <a:ln w="0">
            <a:noFill/>
            <a:prstDash val="solid"/>
          </a:ln>
        </p:spPr>
        <p:txBody>
          <a:bodyPr lIns="19050" tIns="19050" rIns="19050" bIns="19050" anchor="t">
            <a:normAutofit/>
          </a:bodyPr>
          <a:lstStyle/>
          <a:p>
            <a:pPr algn="l">
              <a:lnSpc>
                <a:spcPct val="102000"/>
              </a:lnSpc>
              <a:buNone/>
              <a:defRPr sz="2550" b="1">
                <a:solidFill>
                  <a:srgbClr val="172033"/>
                </a:solidFill>
                <a:latin typeface="PingFang SC"/>
                <a:ea typeface="PingFang SC"/>
                <a:cs typeface="PingFang SC"/>
              </a:defRPr>
            </a:pPr>
            <a:r>
              <a:rPr sz="2550" b="1">
                <a:solidFill>
                  <a:srgbClr val="172033"/>
                </a:solidFill>
                <a:latin typeface="PingFang SC"/>
                <a:ea typeface="PingFang SC"/>
                <a:cs typeface="PingFang SC"/>
              </a:rPr>
              <a:t>这个项目到底是什么</a:t>
            </a:r>
          </a:p>
        </p:txBody>
      </p:sp>
      <p:sp>
        <p:nvSpPr>
          <p:cNvPr id="4" name="圆角矩形 3">
            <a:extLst>
              <a:ext uri="{FF2B5EF4-FFF2-40B4-BE49-F238E27FC236}">
                <a16:creationId xmlns:a16="http://schemas.microsoft.com/office/drawing/2014/main" id="{EFB3937B-BEE2-4AA1-BA1A-F70A3FF01584}"/>
              </a:ext>
            </a:extLst>
          </p:cNvPr>
          <p:cNvSpPr>
            <a:spLocks noGrp="1"/>
          </p:cNvSpPr>
          <p:nvPr/>
        </p:nvSpPr>
        <p:spPr>
          <a:xfrm>
            <a:off x="685800" y="2190750"/>
            <a:ext cx="4953000" cy="2000250"/>
          </a:xfrm>
          <a:prstGeom prst="roundRect">
            <a:avLst>
              <a:gd name="adj" fmla="val 5714"/>
            </a:avLst>
          </a:prstGeom>
          <a:solidFill>
            <a:srgbClr val="FFFFFF"/>
          </a:solidFill>
          <a:ln w="9525">
            <a:solidFill>
              <a:srgbClr val="D8DEE9"/>
            </a:solidFill>
            <a:prstDash val="solid"/>
          </a:ln>
        </p:spPr>
        <p:style>
          <a:lnRef idx="0">
            <a:scrgbClr r="0" g="0" b="0"/>
          </a:lnRef>
          <a:fillRef idx="0">
            <a:scrgbClr r="0" g="0" b="0"/>
          </a:fillRef>
          <a:effectRef idx="4">
            <a:scrgbClr r="0" g="0" b="0"/>
          </a:effectRef>
          <a:fontRef idx="major"/>
        </p:style>
        <p:txBody>
          <a:bodyPr/>
          <a:lstStyle/>
          <a:p>
            <a:endParaRPr lang="zh-CN" altLang="en-US"/>
          </a:p>
        </p:txBody>
      </p:sp>
      <p:sp>
        <p:nvSpPr>
          <p:cNvPr id="5" name="矩形 4">
            <a:extLst>
              <a:ext uri="{FF2B5EF4-FFF2-40B4-BE49-F238E27FC236}">
                <a16:creationId xmlns:a16="http://schemas.microsoft.com/office/drawing/2014/main" id="{34A8A567-164A-4456-9547-741BBD22693A}"/>
              </a:ext>
            </a:extLst>
          </p:cNvPr>
          <p:cNvSpPr>
            <a:spLocks noGrp="1"/>
          </p:cNvSpPr>
          <p:nvPr/>
        </p:nvSpPr>
        <p:spPr>
          <a:xfrm>
            <a:off x="685800" y="2190750"/>
            <a:ext cx="66675" cy="2000250"/>
          </a:xfrm>
          <a:prstGeom prst="rect">
            <a:avLst/>
          </a:prstGeom>
          <a:solidFill>
            <a:srgbClr val="16A34A"/>
          </a:solidFill>
          <a:ln w="0">
            <a:solidFill>
              <a:srgbClr val="16A34A"/>
            </a:solidFill>
            <a:prstDash val="solid"/>
          </a:ln>
        </p:spPr>
        <p:txBody>
          <a:bodyPr/>
          <a:lstStyle/>
          <a:p>
            <a:endParaRPr lang="zh-CN" altLang="en-US"/>
          </a:p>
        </p:txBody>
      </p:sp>
      <p:sp>
        <p:nvSpPr>
          <p:cNvPr id="6" name="矩形 5">
            <a:extLst>
              <a:ext uri="{FF2B5EF4-FFF2-40B4-BE49-F238E27FC236}">
                <a16:creationId xmlns:a16="http://schemas.microsoft.com/office/drawing/2014/main" id="{EF520138-0779-4D46-9632-38FBCB716C77}"/>
              </a:ext>
            </a:extLst>
          </p:cNvPr>
          <p:cNvSpPr>
            <a:spLocks noGrp="1"/>
          </p:cNvSpPr>
          <p:nvPr/>
        </p:nvSpPr>
        <p:spPr>
          <a:xfrm>
            <a:off x="876300" y="2362200"/>
            <a:ext cx="4610100" cy="266700"/>
          </a:xfrm>
          <a:prstGeom prst="rect">
            <a:avLst/>
          </a:prstGeom>
          <a:noFill/>
          <a:ln w="0">
            <a:noFill/>
            <a:prstDash val="solid"/>
          </a:ln>
        </p:spPr>
        <p:txBody>
          <a:bodyPr lIns="19050" tIns="19050" rIns="19050" bIns="19050" anchor="t">
            <a:normAutofit/>
          </a:bodyPr>
          <a:lstStyle/>
          <a:p>
            <a:pPr algn="l">
              <a:lnSpc>
                <a:spcPct val="110000"/>
              </a:lnSpc>
              <a:buNone/>
              <a:defRPr sz="1350" b="1">
                <a:solidFill>
                  <a:srgbClr val="16A34A"/>
                </a:solidFill>
                <a:latin typeface="PingFang SC"/>
                <a:ea typeface="PingFang SC"/>
                <a:cs typeface="PingFang SC"/>
              </a:defRPr>
            </a:pPr>
            <a:r>
              <a:rPr sz="1350" b="1">
                <a:solidFill>
                  <a:srgbClr val="16A34A"/>
                </a:solidFill>
                <a:latin typeface="PingFang SC"/>
                <a:ea typeface="PingFang SC"/>
                <a:cs typeface="PingFang SC"/>
              </a:rPr>
              <a:t>它是</a:t>
            </a:r>
          </a:p>
        </p:txBody>
      </p:sp>
      <p:sp>
        <p:nvSpPr>
          <p:cNvPr id="7" name="矩形 6">
            <a:extLst>
              <a:ext uri="{FF2B5EF4-FFF2-40B4-BE49-F238E27FC236}">
                <a16:creationId xmlns:a16="http://schemas.microsoft.com/office/drawing/2014/main" id="{B08A68C7-F218-4A63-ABA3-3818844757D0}"/>
              </a:ext>
            </a:extLst>
          </p:cNvPr>
          <p:cNvSpPr>
            <a:spLocks noGrp="1"/>
          </p:cNvSpPr>
          <p:nvPr/>
        </p:nvSpPr>
        <p:spPr>
          <a:xfrm>
            <a:off x="876300" y="2705100"/>
            <a:ext cx="4610100" cy="1352550"/>
          </a:xfrm>
          <a:prstGeom prst="rect">
            <a:avLst/>
          </a:prstGeom>
          <a:noFill/>
          <a:ln w="0">
            <a:noFill/>
            <a:prstDash val="solid"/>
          </a:ln>
        </p:spPr>
        <p:txBody>
          <a:bodyPr lIns="19050" tIns="19050" rIns="19050" bIns="19050" anchor="t">
            <a:normAutofit/>
          </a:bodyPr>
          <a:lstStyle/>
          <a:p>
            <a:pPr algn="l">
              <a:lnSpc>
                <a:spcPct val="118000"/>
              </a:lnSpc>
              <a:buNone/>
              <a:defRPr sz="1275" b="0">
                <a:solidFill>
                  <a:srgbClr val="172033"/>
                </a:solidFill>
                <a:latin typeface="PingFang SC"/>
                <a:ea typeface="PingFang SC"/>
                <a:cs typeface="PingFang SC"/>
              </a:defRPr>
            </a:pPr>
            <a:r>
              <a:rPr sz="1275" b="0">
                <a:solidFill>
                  <a:srgbClr val="172033"/>
                </a:solidFill>
                <a:latin typeface="PingFang SC"/>
                <a:ea typeface="PingFang SC"/>
                <a:cs typeface="PingFang SC"/>
              </a:rPr>
              <a:t>一个面向英语二语写作反馈的教师在环审核系统：AI 可以生成反馈，但系统先判断每条反馈是否安全、是否需要教师复核。</a:t>
            </a:r>
          </a:p>
        </p:txBody>
      </p:sp>
      <p:sp>
        <p:nvSpPr>
          <p:cNvPr id="8" name="圆角矩形 7">
            <a:extLst>
              <a:ext uri="{FF2B5EF4-FFF2-40B4-BE49-F238E27FC236}">
                <a16:creationId xmlns:a16="http://schemas.microsoft.com/office/drawing/2014/main" id="{AB35228B-5BAE-46E7-85CF-C27B4AF4937F}"/>
              </a:ext>
            </a:extLst>
          </p:cNvPr>
          <p:cNvSpPr>
            <a:spLocks noGrp="1"/>
          </p:cNvSpPr>
          <p:nvPr/>
        </p:nvSpPr>
        <p:spPr>
          <a:xfrm>
            <a:off x="6553200" y="2190750"/>
            <a:ext cx="4953000" cy="2000250"/>
          </a:xfrm>
          <a:prstGeom prst="roundRect">
            <a:avLst>
              <a:gd name="adj" fmla="val 5714"/>
            </a:avLst>
          </a:prstGeom>
          <a:solidFill>
            <a:srgbClr val="FFFFFF"/>
          </a:solidFill>
          <a:ln w="9525">
            <a:solidFill>
              <a:srgbClr val="D8DEE9"/>
            </a:solidFill>
            <a:prstDash val="solid"/>
          </a:ln>
        </p:spPr>
        <p:style>
          <a:lnRef idx="0">
            <a:scrgbClr r="0" g="0" b="0"/>
          </a:lnRef>
          <a:fillRef idx="0">
            <a:scrgbClr r="0" g="0" b="0"/>
          </a:fillRef>
          <a:effectRef idx="4">
            <a:scrgbClr r="0" g="0" b="0"/>
          </a:effectRef>
          <a:fontRef idx="major"/>
        </p:style>
        <p:txBody>
          <a:bodyPr/>
          <a:lstStyle/>
          <a:p>
            <a:endParaRPr lang="zh-CN" altLang="en-US"/>
          </a:p>
        </p:txBody>
      </p:sp>
      <p:sp>
        <p:nvSpPr>
          <p:cNvPr id="9" name="矩形 8">
            <a:extLst>
              <a:ext uri="{FF2B5EF4-FFF2-40B4-BE49-F238E27FC236}">
                <a16:creationId xmlns:a16="http://schemas.microsoft.com/office/drawing/2014/main" id="{075B6CA1-C21F-4E2A-BD4F-A1672CF48C7A}"/>
              </a:ext>
            </a:extLst>
          </p:cNvPr>
          <p:cNvSpPr>
            <a:spLocks noGrp="1"/>
          </p:cNvSpPr>
          <p:nvPr/>
        </p:nvSpPr>
        <p:spPr>
          <a:xfrm>
            <a:off x="6553200" y="2190750"/>
            <a:ext cx="66675" cy="2000250"/>
          </a:xfrm>
          <a:prstGeom prst="rect">
            <a:avLst/>
          </a:prstGeom>
          <a:solidFill>
            <a:srgbClr val="DC2626"/>
          </a:solidFill>
          <a:ln w="0">
            <a:solidFill>
              <a:srgbClr val="DC2626"/>
            </a:solidFill>
            <a:prstDash val="solid"/>
          </a:ln>
        </p:spPr>
        <p:txBody>
          <a:bodyPr/>
          <a:lstStyle/>
          <a:p>
            <a:endParaRPr lang="zh-CN" altLang="en-US"/>
          </a:p>
        </p:txBody>
      </p:sp>
      <p:sp>
        <p:nvSpPr>
          <p:cNvPr id="10" name="矩形 9">
            <a:extLst>
              <a:ext uri="{FF2B5EF4-FFF2-40B4-BE49-F238E27FC236}">
                <a16:creationId xmlns:a16="http://schemas.microsoft.com/office/drawing/2014/main" id="{2D8D6C06-5DEC-4695-AD54-317480FA951D}"/>
              </a:ext>
            </a:extLst>
          </p:cNvPr>
          <p:cNvSpPr>
            <a:spLocks noGrp="1"/>
          </p:cNvSpPr>
          <p:nvPr/>
        </p:nvSpPr>
        <p:spPr>
          <a:xfrm>
            <a:off x="6743700" y="2362200"/>
            <a:ext cx="4610100" cy="266700"/>
          </a:xfrm>
          <a:prstGeom prst="rect">
            <a:avLst/>
          </a:prstGeom>
          <a:noFill/>
          <a:ln w="0">
            <a:noFill/>
            <a:prstDash val="solid"/>
          </a:ln>
        </p:spPr>
        <p:txBody>
          <a:bodyPr lIns="19050" tIns="19050" rIns="19050" bIns="19050" anchor="t">
            <a:normAutofit/>
          </a:bodyPr>
          <a:lstStyle/>
          <a:p>
            <a:pPr algn="l">
              <a:lnSpc>
                <a:spcPct val="110000"/>
              </a:lnSpc>
              <a:buNone/>
              <a:defRPr sz="1350" b="1">
                <a:solidFill>
                  <a:srgbClr val="DC2626"/>
                </a:solidFill>
                <a:latin typeface="PingFang SC"/>
                <a:ea typeface="PingFang SC"/>
                <a:cs typeface="PingFang SC"/>
              </a:defRPr>
            </a:pPr>
            <a:r>
              <a:rPr sz="1350" b="1">
                <a:solidFill>
                  <a:srgbClr val="DC2626"/>
                </a:solidFill>
                <a:latin typeface="PingFang SC"/>
                <a:ea typeface="PingFang SC"/>
                <a:cs typeface="PingFang SC"/>
              </a:rPr>
              <a:t>它不是</a:t>
            </a:r>
          </a:p>
        </p:txBody>
      </p:sp>
      <p:sp>
        <p:nvSpPr>
          <p:cNvPr id="11" name="矩形 10">
            <a:extLst>
              <a:ext uri="{FF2B5EF4-FFF2-40B4-BE49-F238E27FC236}">
                <a16:creationId xmlns:a16="http://schemas.microsoft.com/office/drawing/2014/main" id="{A0029E76-F79A-4C5B-A4E3-847ED56763CD}"/>
              </a:ext>
            </a:extLst>
          </p:cNvPr>
          <p:cNvSpPr>
            <a:spLocks noGrp="1"/>
          </p:cNvSpPr>
          <p:nvPr/>
        </p:nvSpPr>
        <p:spPr>
          <a:xfrm>
            <a:off x="6743700" y="2705100"/>
            <a:ext cx="4610100" cy="1352550"/>
          </a:xfrm>
          <a:prstGeom prst="rect">
            <a:avLst/>
          </a:prstGeom>
          <a:noFill/>
          <a:ln w="0">
            <a:noFill/>
            <a:prstDash val="solid"/>
          </a:ln>
        </p:spPr>
        <p:txBody>
          <a:bodyPr lIns="19050" tIns="19050" rIns="19050" bIns="19050" anchor="t">
            <a:normAutofit/>
          </a:bodyPr>
          <a:lstStyle/>
          <a:p>
            <a:pPr algn="l">
              <a:lnSpc>
                <a:spcPct val="118000"/>
              </a:lnSpc>
              <a:buNone/>
              <a:defRPr sz="1275" b="0">
                <a:solidFill>
                  <a:srgbClr val="172033"/>
                </a:solidFill>
                <a:latin typeface="PingFang SC"/>
                <a:ea typeface="PingFang SC"/>
                <a:cs typeface="PingFang SC"/>
              </a:defRPr>
            </a:pPr>
            <a:r>
              <a:rPr sz="1275" b="0">
                <a:solidFill>
                  <a:srgbClr val="172033"/>
                </a:solidFill>
                <a:latin typeface="PingFang SC"/>
                <a:ea typeface="PingFang SC"/>
                <a:cs typeface="PingFang SC"/>
              </a:rPr>
              <a:t>不是自动作文评分器；不是教师替代品；不是直接把 AI 修改意见原样发给学生；也不是只展示界面的工作流。</a:t>
            </a:r>
          </a:p>
        </p:txBody>
      </p:sp>
      <p:sp>
        <p:nvSpPr>
          <p:cNvPr id="12" name="圆角矩形 11">
            <a:extLst>
              <a:ext uri="{FF2B5EF4-FFF2-40B4-BE49-F238E27FC236}">
                <a16:creationId xmlns:a16="http://schemas.microsoft.com/office/drawing/2014/main" id="{83AB0C84-F234-46AD-BB45-CFF5E8BD7A79}"/>
              </a:ext>
            </a:extLst>
          </p:cNvPr>
          <p:cNvSpPr>
            <a:spLocks noGrp="1"/>
          </p:cNvSpPr>
          <p:nvPr/>
        </p:nvSpPr>
        <p:spPr>
          <a:xfrm>
            <a:off x="2286000" y="4572000"/>
            <a:ext cx="7620000" cy="1000125"/>
          </a:xfrm>
          <a:prstGeom prst="roundRect">
            <a:avLst>
              <a:gd name="adj" fmla="val 11429"/>
            </a:avLst>
          </a:prstGeom>
          <a:solidFill>
            <a:srgbClr val="FFFFFF"/>
          </a:solidFill>
          <a:ln w="9525">
            <a:solidFill>
              <a:srgbClr val="D8DEE9"/>
            </a:solidFill>
            <a:prstDash val="solid"/>
          </a:ln>
        </p:spPr>
        <p:style>
          <a:lnRef idx="0">
            <a:scrgbClr r="0" g="0" b="0"/>
          </a:lnRef>
          <a:fillRef idx="0">
            <a:scrgbClr r="0" g="0" b="0"/>
          </a:fillRef>
          <a:effectRef idx="4">
            <a:scrgbClr r="0" g="0" b="0"/>
          </a:effectRef>
          <a:fontRef idx="major"/>
        </p:style>
        <p:txBody>
          <a:bodyPr/>
          <a:lstStyle/>
          <a:p>
            <a:endParaRPr lang="zh-CN" altLang="en-US"/>
          </a:p>
        </p:txBody>
      </p:sp>
      <p:sp>
        <p:nvSpPr>
          <p:cNvPr id="13" name="矩形 12">
            <a:extLst>
              <a:ext uri="{FF2B5EF4-FFF2-40B4-BE49-F238E27FC236}">
                <a16:creationId xmlns:a16="http://schemas.microsoft.com/office/drawing/2014/main" id="{FB967DDD-DF24-43B2-9D88-24F715599351}"/>
              </a:ext>
            </a:extLst>
          </p:cNvPr>
          <p:cNvSpPr>
            <a:spLocks noGrp="1"/>
          </p:cNvSpPr>
          <p:nvPr/>
        </p:nvSpPr>
        <p:spPr>
          <a:xfrm>
            <a:off x="2286000" y="4572000"/>
            <a:ext cx="66675" cy="1000125"/>
          </a:xfrm>
          <a:prstGeom prst="rect">
            <a:avLst/>
          </a:prstGeom>
          <a:solidFill>
            <a:srgbClr val="2563EB"/>
          </a:solidFill>
          <a:ln w="0">
            <a:solidFill>
              <a:srgbClr val="2563EB"/>
            </a:solidFill>
            <a:prstDash val="solid"/>
          </a:ln>
        </p:spPr>
        <p:txBody>
          <a:bodyPr/>
          <a:lstStyle/>
          <a:p>
            <a:endParaRPr lang="zh-CN" altLang="en-US"/>
          </a:p>
        </p:txBody>
      </p:sp>
      <p:sp>
        <p:nvSpPr>
          <p:cNvPr id="14" name="矩形 13">
            <a:extLst>
              <a:ext uri="{FF2B5EF4-FFF2-40B4-BE49-F238E27FC236}">
                <a16:creationId xmlns:a16="http://schemas.microsoft.com/office/drawing/2014/main" id="{F1CBB089-4624-4C7F-A9FA-72059616E384}"/>
              </a:ext>
            </a:extLst>
          </p:cNvPr>
          <p:cNvSpPr>
            <a:spLocks noGrp="1"/>
          </p:cNvSpPr>
          <p:nvPr/>
        </p:nvSpPr>
        <p:spPr>
          <a:xfrm>
            <a:off x="2476500" y="4743450"/>
            <a:ext cx="7277100" cy="266700"/>
          </a:xfrm>
          <a:prstGeom prst="rect">
            <a:avLst/>
          </a:prstGeom>
          <a:noFill/>
          <a:ln w="0">
            <a:noFill/>
            <a:prstDash val="solid"/>
          </a:ln>
        </p:spPr>
        <p:txBody>
          <a:bodyPr lIns="19050" tIns="19050" rIns="19050" bIns="19050" anchor="t">
            <a:normAutofit/>
          </a:bodyPr>
          <a:lstStyle/>
          <a:p>
            <a:pPr algn="l">
              <a:lnSpc>
                <a:spcPct val="110000"/>
              </a:lnSpc>
              <a:buNone/>
              <a:defRPr sz="1350" b="1">
                <a:solidFill>
                  <a:srgbClr val="2563EB"/>
                </a:solidFill>
                <a:latin typeface="PingFang SC"/>
                <a:ea typeface="PingFang SC"/>
                <a:cs typeface="PingFang SC"/>
              </a:defRPr>
            </a:pPr>
            <a:r>
              <a:rPr sz="1350" b="1">
                <a:solidFill>
                  <a:srgbClr val="2563EB"/>
                </a:solidFill>
                <a:latin typeface="PingFang SC"/>
                <a:ea typeface="PingFang SC"/>
                <a:cs typeface="PingFang SC"/>
              </a:rPr>
              <a:t>算法贡献</a:t>
            </a:r>
          </a:p>
        </p:txBody>
      </p:sp>
      <p:sp>
        <p:nvSpPr>
          <p:cNvPr id="15" name="矩形 14">
            <a:extLst>
              <a:ext uri="{FF2B5EF4-FFF2-40B4-BE49-F238E27FC236}">
                <a16:creationId xmlns:a16="http://schemas.microsoft.com/office/drawing/2014/main" id="{9A6D93D8-B225-488E-8724-5E35564AA9FF}"/>
              </a:ext>
            </a:extLst>
          </p:cNvPr>
          <p:cNvSpPr>
            <a:spLocks noGrp="1"/>
          </p:cNvSpPr>
          <p:nvPr/>
        </p:nvSpPr>
        <p:spPr>
          <a:xfrm>
            <a:off x="2476500" y="5086350"/>
            <a:ext cx="7277100" cy="352425"/>
          </a:xfrm>
          <a:prstGeom prst="rect">
            <a:avLst/>
          </a:prstGeom>
          <a:noFill/>
          <a:ln w="0">
            <a:noFill/>
            <a:prstDash val="solid"/>
          </a:ln>
        </p:spPr>
        <p:txBody>
          <a:bodyPr lIns="19050" tIns="19050" rIns="19050" bIns="19050" anchor="t">
            <a:normAutofit fontScale="99679"/>
          </a:bodyPr>
          <a:lstStyle/>
          <a:p>
            <a:pPr algn="l">
              <a:lnSpc>
                <a:spcPct val="118000"/>
              </a:lnSpc>
              <a:buNone/>
              <a:defRPr sz="1275" b="0">
                <a:solidFill>
                  <a:srgbClr val="172033"/>
                </a:solidFill>
                <a:latin typeface="PingFang SC"/>
                <a:ea typeface="PingFang SC"/>
                <a:cs typeface="PingFang SC"/>
              </a:defRPr>
            </a:pPr>
            <a:r>
              <a:rPr sz="1275" b="0">
                <a:solidFill>
                  <a:srgbClr val="172033"/>
                </a:solidFill>
                <a:latin typeface="PingFang SC"/>
                <a:ea typeface="PingFang SC"/>
                <a:cs typeface="PingFang SC"/>
              </a:rPr>
              <a:t>Feedback Safety Graph Routing：把反馈项转换为可审计安全图，利用部署时可见信号做风险路由。</a:t>
            </a:r>
          </a:p>
        </p:txBody>
      </p:sp>
      <p:sp>
        <p:nvSpPr>
          <p:cNvPr id="16" name="矩形 15">
            <a:extLst>
              <a:ext uri="{FF2B5EF4-FFF2-40B4-BE49-F238E27FC236}">
                <a16:creationId xmlns:a16="http://schemas.microsoft.com/office/drawing/2014/main" id="{6F58D2D6-EE5D-4110-812E-F9C5898BAE1C}"/>
              </a:ext>
            </a:extLst>
          </p:cNvPr>
          <p:cNvSpPr>
            <a:spLocks noGrp="1"/>
          </p:cNvSpPr>
          <p:nvPr/>
        </p:nvSpPr>
        <p:spPr>
          <a:xfrm>
            <a:off x="609600" y="6553200"/>
            <a:ext cx="4000500" cy="171450"/>
          </a:xfrm>
          <a:prstGeom prst="rect">
            <a:avLst/>
          </a:prstGeom>
          <a:noFill/>
          <a:ln w="0">
            <a:noFill/>
            <a:prstDash val="solid"/>
          </a:ln>
        </p:spPr>
        <p:txBody>
          <a:bodyPr lIns="19050" tIns="19050" rIns="19050" bIns="19050" anchor="t">
            <a:normAutofit/>
          </a:bodyPr>
          <a:lstStyle/>
          <a:p>
            <a:pPr algn="l">
              <a:lnSpc>
                <a:spcPct val="110000"/>
              </a:lnSpc>
              <a:buNone/>
              <a:defRPr sz="750" b="0">
                <a:solidFill>
                  <a:srgbClr val="8792A3"/>
                </a:solidFill>
                <a:latin typeface="PingFang SC"/>
                <a:ea typeface="PingFang SC"/>
                <a:cs typeface="PingFang SC"/>
              </a:defRPr>
            </a:pPr>
            <a:r>
              <a:rPr sz="750" b="0">
                <a:solidFill>
                  <a:srgbClr val="8792A3"/>
                </a:solidFill>
                <a:latin typeface="PingFang SC"/>
                <a:ea typeface="PingFang SC"/>
                <a:cs typeface="PingFang SC"/>
              </a:rPr>
              <a:t>ConsensusScope workflow explanation | 2/12</a:t>
            </a:r>
          </a:p>
        </p:txBody>
      </p:sp>
    </p:spTree>
    <p:extLst>
      <p:ext uri="{BB962C8B-B14F-4D97-AF65-F5344CB8AC3E}">
        <p14:creationId xmlns:p14="http://schemas.microsoft.com/office/powerpoint/2010/main" val="1578605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4" name="矩形 23">
            <a:extLst>
              <a:ext uri="{FF2B5EF4-FFF2-40B4-BE49-F238E27FC236}">
                <a16:creationId xmlns:a16="http://schemas.microsoft.com/office/drawing/2014/main" id="{E4D1EDBF-E8FA-464B-BEE1-DC370B89BA31}"/>
              </a:ext>
            </a:extLst>
          </p:cNvPr>
          <p:cNvSpPr>
            <a:spLocks noGrp="1"/>
          </p:cNvSpPr>
          <p:nvPr/>
        </p:nvSpPr>
        <p:spPr>
          <a:xfrm>
            <a:off x="609600" y="400050"/>
            <a:ext cx="4953000" cy="266700"/>
          </a:xfrm>
          <a:prstGeom prst="rect">
            <a:avLst/>
          </a:prstGeom>
          <a:noFill/>
          <a:ln w="0">
            <a:noFill/>
            <a:prstDash val="solid"/>
          </a:ln>
        </p:spPr>
        <p:txBody>
          <a:bodyPr lIns="19050" tIns="19050" rIns="19050" bIns="19050" anchor="t">
            <a:normAutofit/>
          </a:bodyPr>
          <a:lstStyle/>
          <a:p>
            <a:pPr algn="l">
              <a:lnSpc>
                <a:spcPct val="110000"/>
              </a:lnSpc>
              <a:buNone/>
              <a:defRPr sz="975" b="1">
                <a:solidFill>
                  <a:srgbClr val="2563EB"/>
                </a:solidFill>
                <a:latin typeface="PingFang SC"/>
                <a:ea typeface="PingFang SC"/>
                <a:cs typeface="PingFang SC"/>
              </a:defRPr>
            </a:pPr>
            <a:r>
              <a:rPr sz="975" b="1">
                <a:solidFill>
                  <a:srgbClr val="2563EB"/>
                </a:solidFill>
                <a:latin typeface="PingFang SC"/>
                <a:ea typeface="PingFang SC"/>
                <a:cs typeface="PingFang SC"/>
              </a:rPr>
              <a:t>Step 1</a:t>
            </a:r>
          </a:p>
        </p:txBody>
      </p:sp>
      <p:sp>
        <p:nvSpPr>
          <p:cNvPr id="2" name="矩形 1">
            <a:extLst>
              <a:ext uri="{FF2B5EF4-FFF2-40B4-BE49-F238E27FC236}">
                <a16:creationId xmlns:a16="http://schemas.microsoft.com/office/drawing/2014/main" id="{9672AFEF-B13D-4C63-90D6-9E3DA5A990B2}"/>
              </a:ext>
            </a:extLst>
          </p:cNvPr>
          <p:cNvSpPr>
            <a:spLocks noGrp="1"/>
          </p:cNvSpPr>
          <p:nvPr/>
        </p:nvSpPr>
        <p:spPr>
          <a:xfrm>
            <a:off x="609600" y="723900"/>
            <a:ext cx="8763000" cy="590550"/>
          </a:xfrm>
          <a:prstGeom prst="rect">
            <a:avLst/>
          </a:prstGeom>
          <a:noFill/>
          <a:ln w="0">
            <a:noFill/>
            <a:prstDash val="solid"/>
          </a:ln>
        </p:spPr>
        <p:txBody>
          <a:bodyPr lIns="19050" tIns="19050" rIns="19050" bIns="19050" anchor="t">
            <a:normAutofit/>
          </a:bodyPr>
          <a:lstStyle/>
          <a:p>
            <a:pPr algn="l">
              <a:lnSpc>
                <a:spcPct val="102000"/>
              </a:lnSpc>
              <a:buNone/>
              <a:defRPr sz="2550" b="1">
                <a:solidFill>
                  <a:srgbClr val="172033"/>
                </a:solidFill>
                <a:latin typeface="PingFang SC"/>
                <a:ea typeface="PingFang SC"/>
                <a:cs typeface="PingFang SC"/>
              </a:defRPr>
            </a:pPr>
            <a:r>
              <a:rPr sz="2550" b="1">
                <a:solidFill>
                  <a:srgbClr val="172033"/>
                </a:solidFill>
                <a:latin typeface="PingFang SC"/>
                <a:ea typeface="PingFang SC"/>
                <a:cs typeface="PingFang SC"/>
              </a:rPr>
              <a:t>输入一篇匿名学生作文</a:t>
            </a:r>
          </a:p>
        </p:txBody>
      </p:sp>
      <p:sp>
        <p:nvSpPr>
          <p:cNvPr id="3" name="矩形 2">
            <a:extLst>
              <a:ext uri="{FF2B5EF4-FFF2-40B4-BE49-F238E27FC236}">
                <a16:creationId xmlns:a16="http://schemas.microsoft.com/office/drawing/2014/main" id="{8E535698-E985-4C51-98B1-193D3ADEAAEB}"/>
              </a:ext>
            </a:extLst>
          </p:cNvPr>
          <p:cNvSpPr>
            <a:spLocks noGrp="1"/>
          </p:cNvSpPr>
          <p:nvPr/>
        </p:nvSpPr>
        <p:spPr>
          <a:xfrm>
            <a:off x="609600" y="1352550"/>
            <a:ext cx="8953500" cy="400050"/>
          </a:xfrm>
          <a:prstGeom prst="rect">
            <a:avLst/>
          </a:prstGeom>
          <a:noFill/>
          <a:ln w="0">
            <a:noFill/>
            <a:prstDash val="solid"/>
          </a:ln>
        </p:spPr>
        <p:txBody>
          <a:bodyPr lIns="19050" tIns="19050" rIns="19050" bIns="19050" anchor="t">
            <a:normAutofit/>
          </a:bodyPr>
          <a:lstStyle/>
          <a:p>
            <a:pPr algn="l">
              <a:lnSpc>
                <a:spcPct val="118000"/>
              </a:lnSpc>
              <a:buNone/>
              <a:defRPr sz="1350" b="0">
                <a:solidFill>
                  <a:srgbClr val="5B667A"/>
                </a:solidFill>
                <a:latin typeface="PingFang SC"/>
                <a:ea typeface="PingFang SC"/>
                <a:cs typeface="PingFang SC"/>
              </a:defRPr>
            </a:pPr>
            <a:r>
              <a:rPr sz="1350" b="0">
                <a:solidFill>
                  <a:srgbClr val="5B667A"/>
                </a:solidFill>
                <a:latin typeface="PingFang SC"/>
                <a:ea typeface="PingFang SC"/>
                <a:cs typeface="PingFang SC"/>
              </a:rPr>
              <a:t>系统要求输入匿名化文本，不上传姓名、学号、邮箱、班级等个人信息。</a:t>
            </a:r>
          </a:p>
        </p:txBody>
      </p:sp>
      <p:sp>
        <p:nvSpPr>
          <p:cNvPr id="4" name="圆角矩形 3">
            <a:extLst>
              <a:ext uri="{FF2B5EF4-FFF2-40B4-BE49-F238E27FC236}">
                <a16:creationId xmlns:a16="http://schemas.microsoft.com/office/drawing/2014/main" id="{BE98057A-E2E2-42D1-94E2-E7A3960373BC}"/>
              </a:ext>
            </a:extLst>
          </p:cNvPr>
          <p:cNvSpPr>
            <a:spLocks noGrp="1"/>
          </p:cNvSpPr>
          <p:nvPr/>
        </p:nvSpPr>
        <p:spPr>
          <a:xfrm>
            <a:off x="685800" y="1962150"/>
            <a:ext cx="5238750" cy="3695700"/>
          </a:xfrm>
          <a:prstGeom prst="roundRect">
            <a:avLst>
              <a:gd name="adj" fmla="val 3093"/>
            </a:avLst>
          </a:prstGeom>
          <a:solidFill>
            <a:srgbClr val="FFFFFF"/>
          </a:solidFill>
          <a:ln w="9525">
            <a:solidFill>
              <a:srgbClr val="D8DEE9"/>
            </a:solidFill>
            <a:prstDash val="solid"/>
          </a:ln>
        </p:spPr>
        <p:style>
          <a:lnRef idx="0">
            <a:scrgbClr r="0" g="0" b="0"/>
          </a:lnRef>
          <a:fillRef idx="0">
            <a:scrgbClr r="0" g="0" b="0"/>
          </a:fillRef>
          <a:effectRef idx="4">
            <a:scrgbClr r="0" g="0" b="0"/>
          </a:effectRef>
          <a:fontRef idx="major"/>
        </p:style>
        <p:txBody>
          <a:bodyPr/>
          <a:lstStyle/>
          <a:p>
            <a:endParaRPr lang="zh-CN" altLang="en-US"/>
          </a:p>
        </p:txBody>
      </p:sp>
      <p:sp>
        <p:nvSpPr>
          <p:cNvPr id="5" name="矩形 4">
            <a:extLst>
              <a:ext uri="{FF2B5EF4-FFF2-40B4-BE49-F238E27FC236}">
                <a16:creationId xmlns:a16="http://schemas.microsoft.com/office/drawing/2014/main" id="{4DA6232C-1A36-4163-81A3-19FCB216742B}"/>
              </a:ext>
            </a:extLst>
          </p:cNvPr>
          <p:cNvSpPr>
            <a:spLocks noGrp="1"/>
          </p:cNvSpPr>
          <p:nvPr/>
        </p:nvSpPr>
        <p:spPr>
          <a:xfrm>
            <a:off x="952500" y="2209800"/>
            <a:ext cx="2381250" cy="228600"/>
          </a:xfrm>
          <a:prstGeom prst="rect">
            <a:avLst/>
          </a:prstGeom>
          <a:noFill/>
          <a:ln w="0">
            <a:noFill/>
            <a:prstDash val="solid"/>
          </a:ln>
        </p:spPr>
        <p:txBody>
          <a:bodyPr lIns="19050" tIns="19050" rIns="19050" bIns="19050" anchor="t">
            <a:normAutofit fontScale="94697"/>
          </a:bodyPr>
          <a:lstStyle/>
          <a:p>
            <a:pPr algn="l">
              <a:lnSpc>
                <a:spcPct val="110000"/>
              </a:lnSpc>
              <a:buNone/>
              <a:defRPr sz="1200" b="1">
                <a:solidFill>
                  <a:srgbClr val="2563EB"/>
                </a:solidFill>
                <a:latin typeface="PingFang SC"/>
                <a:ea typeface="PingFang SC"/>
                <a:cs typeface="PingFang SC"/>
              </a:defRPr>
            </a:pPr>
            <a:r>
              <a:rPr sz="1200" b="1">
                <a:solidFill>
                  <a:srgbClr val="2563EB"/>
                </a:solidFill>
                <a:latin typeface="PingFang SC"/>
                <a:ea typeface="PingFang SC"/>
                <a:cs typeface="PingFang SC"/>
              </a:rPr>
              <a:t>Assignment prompt</a:t>
            </a:r>
          </a:p>
        </p:txBody>
      </p:sp>
      <p:sp>
        <p:nvSpPr>
          <p:cNvPr id="6" name="矩形 5">
            <a:extLst>
              <a:ext uri="{FF2B5EF4-FFF2-40B4-BE49-F238E27FC236}">
                <a16:creationId xmlns:a16="http://schemas.microsoft.com/office/drawing/2014/main" id="{A5E41C56-9245-4E41-AD4B-47661DD9BC96}"/>
              </a:ext>
            </a:extLst>
          </p:cNvPr>
          <p:cNvSpPr>
            <a:spLocks noGrp="1"/>
          </p:cNvSpPr>
          <p:nvPr/>
        </p:nvSpPr>
        <p:spPr>
          <a:xfrm>
            <a:off x="952500" y="2514600"/>
            <a:ext cx="4476750" cy="342900"/>
          </a:xfrm>
          <a:prstGeom prst="rect">
            <a:avLst/>
          </a:prstGeom>
          <a:noFill/>
          <a:ln w="0">
            <a:noFill/>
            <a:prstDash val="solid"/>
          </a:ln>
        </p:spPr>
        <p:txBody>
          <a:bodyPr lIns="19050" tIns="19050" rIns="19050" bIns="19050" anchor="t">
            <a:normAutofit fontScale="87529"/>
          </a:bodyPr>
          <a:lstStyle/>
          <a:p>
            <a:pPr algn="l">
              <a:lnSpc>
                <a:spcPct val="110000"/>
              </a:lnSpc>
              <a:buNone/>
              <a:defRPr sz="1650" b="1">
                <a:solidFill>
                  <a:srgbClr val="172033"/>
                </a:solidFill>
                <a:latin typeface="PingFang SC"/>
                <a:ea typeface="PingFang SC"/>
                <a:cs typeface="PingFang SC"/>
              </a:defRPr>
            </a:pPr>
            <a:r>
              <a:rPr sz="1650" b="1">
                <a:solidFill>
                  <a:srgbClr val="172033"/>
                </a:solidFill>
                <a:latin typeface="PingFang SC"/>
                <a:ea typeface="PingFang SC"/>
                <a:cs typeface="PingFang SC"/>
              </a:rPr>
              <a:t>Should students use AI tools when writing essays?</a:t>
            </a:r>
          </a:p>
        </p:txBody>
      </p:sp>
      <p:sp>
        <p:nvSpPr>
          <p:cNvPr id="7" name="矩形 6">
            <a:extLst>
              <a:ext uri="{FF2B5EF4-FFF2-40B4-BE49-F238E27FC236}">
                <a16:creationId xmlns:a16="http://schemas.microsoft.com/office/drawing/2014/main" id="{CE26208F-FCFB-48EC-99B3-D7B0246686FA}"/>
              </a:ext>
            </a:extLst>
          </p:cNvPr>
          <p:cNvSpPr>
            <a:spLocks noGrp="1"/>
          </p:cNvSpPr>
          <p:nvPr/>
        </p:nvSpPr>
        <p:spPr>
          <a:xfrm>
            <a:off x="952500" y="3105150"/>
            <a:ext cx="3333750" cy="228600"/>
          </a:xfrm>
          <a:prstGeom prst="rect">
            <a:avLst/>
          </a:prstGeom>
          <a:noFill/>
          <a:ln w="0">
            <a:noFill/>
            <a:prstDash val="solid"/>
          </a:ln>
        </p:spPr>
        <p:txBody>
          <a:bodyPr lIns="19050" tIns="19050" rIns="19050" bIns="19050" anchor="t">
            <a:normAutofit fontScale="94697"/>
          </a:bodyPr>
          <a:lstStyle/>
          <a:p>
            <a:pPr algn="l">
              <a:lnSpc>
                <a:spcPct val="110000"/>
              </a:lnSpc>
              <a:buNone/>
              <a:defRPr sz="1200" b="1">
                <a:solidFill>
                  <a:srgbClr val="0F766E"/>
                </a:solidFill>
                <a:latin typeface="PingFang SC"/>
                <a:ea typeface="PingFang SC"/>
                <a:cs typeface="PingFang SC"/>
              </a:defRPr>
            </a:pPr>
            <a:r>
              <a:rPr sz="1200" b="1">
                <a:solidFill>
                  <a:srgbClr val="0F766E"/>
                </a:solidFill>
                <a:latin typeface="PingFang SC"/>
                <a:ea typeface="PingFang SC"/>
                <a:cs typeface="PingFang SC"/>
              </a:rPr>
              <a:t>Synthetic anonymized essay excerpt</a:t>
            </a:r>
          </a:p>
        </p:txBody>
      </p:sp>
      <p:sp>
        <p:nvSpPr>
          <p:cNvPr id="8" name="矩形 7">
            <a:extLst>
              <a:ext uri="{FF2B5EF4-FFF2-40B4-BE49-F238E27FC236}">
                <a16:creationId xmlns:a16="http://schemas.microsoft.com/office/drawing/2014/main" id="{1D45130A-7008-46E3-AA1F-09143A1F3BFB}"/>
              </a:ext>
            </a:extLst>
          </p:cNvPr>
          <p:cNvSpPr>
            <a:spLocks noGrp="1"/>
          </p:cNvSpPr>
          <p:nvPr/>
        </p:nvSpPr>
        <p:spPr>
          <a:xfrm>
            <a:off x="952500" y="3429000"/>
            <a:ext cx="4381500" cy="1657350"/>
          </a:xfrm>
          <a:prstGeom prst="rect">
            <a:avLst/>
          </a:prstGeom>
          <a:noFill/>
          <a:ln w="0">
            <a:noFill/>
            <a:prstDash val="solid"/>
          </a:ln>
        </p:spPr>
        <p:txBody>
          <a:bodyPr lIns="19050" tIns="19050" rIns="19050" bIns="19050" anchor="t">
            <a:normAutofit fontScale="88747"/>
          </a:bodyPr>
          <a:lstStyle/>
          <a:p>
            <a:pPr algn="l">
              <a:lnSpc>
                <a:spcPct val="120000"/>
              </a:lnSpc>
              <a:buNone/>
              <a:defRPr sz="1500" b="0">
                <a:solidFill>
                  <a:srgbClr val="172033"/>
                </a:solidFill>
                <a:latin typeface="PingFang SC"/>
                <a:ea typeface="PingFang SC"/>
                <a:cs typeface="PingFang SC"/>
              </a:defRPr>
            </a:pPr>
            <a:r>
              <a:rPr sz="1500" b="0">
                <a:solidFill>
                  <a:srgbClr val="172033"/>
                </a:solidFill>
                <a:latin typeface="PingFang SC"/>
                <a:ea typeface="PingFang SC"/>
                <a:cs typeface="PingFang SC"/>
              </a:rPr>
              <a:t>Some people says AI can make students lazy, but I think if students use it carefully, it can help them remember different culture and organize ideas. For example, AI can make my grammar better, and it gives me many evidence. However, teacher should still check the work because AI sometimes change my meaning.</a:t>
            </a:r>
          </a:p>
        </p:txBody>
      </p:sp>
      <p:sp>
        <p:nvSpPr>
          <p:cNvPr id="9" name="圆角矩形 8">
            <a:extLst>
              <a:ext uri="{FF2B5EF4-FFF2-40B4-BE49-F238E27FC236}">
                <a16:creationId xmlns:a16="http://schemas.microsoft.com/office/drawing/2014/main" id="{5897C228-6349-4A7A-9906-6892EE956782}"/>
              </a:ext>
            </a:extLst>
          </p:cNvPr>
          <p:cNvSpPr>
            <a:spLocks noGrp="1"/>
          </p:cNvSpPr>
          <p:nvPr/>
        </p:nvSpPr>
        <p:spPr>
          <a:xfrm>
            <a:off x="6572250" y="2152650"/>
            <a:ext cx="2190750" cy="2381250"/>
          </a:xfrm>
          <a:prstGeom prst="roundRect">
            <a:avLst>
              <a:gd name="adj" fmla="val 5217"/>
            </a:avLst>
          </a:prstGeom>
          <a:solidFill>
            <a:srgbClr val="FFFFFF"/>
          </a:solidFill>
          <a:ln w="9525">
            <a:solidFill>
              <a:srgbClr val="D8DEE9"/>
            </a:solidFill>
            <a:prstDash val="solid"/>
          </a:ln>
        </p:spPr>
        <p:style>
          <a:lnRef idx="0">
            <a:scrgbClr r="0" g="0" b="0"/>
          </a:lnRef>
          <a:fillRef idx="0">
            <a:scrgbClr r="0" g="0" b="0"/>
          </a:fillRef>
          <a:effectRef idx="4">
            <a:scrgbClr r="0" g="0" b="0"/>
          </a:effectRef>
          <a:fontRef idx="major"/>
        </p:style>
        <p:txBody>
          <a:bodyPr/>
          <a:lstStyle/>
          <a:p>
            <a:endParaRPr lang="zh-CN" altLang="en-US"/>
          </a:p>
        </p:txBody>
      </p:sp>
      <p:sp>
        <p:nvSpPr>
          <p:cNvPr id="10" name="矩形 9">
            <a:extLst>
              <a:ext uri="{FF2B5EF4-FFF2-40B4-BE49-F238E27FC236}">
                <a16:creationId xmlns:a16="http://schemas.microsoft.com/office/drawing/2014/main" id="{65F188DF-AFD1-428D-AB75-A8FE5AFE32CC}"/>
              </a:ext>
            </a:extLst>
          </p:cNvPr>
          <p:cNvSpPr>
            <a:spLocks noGrp="1"/>
          </p:cNvSpPr>
          <p:nvPr/>
        </p:nvSpPr>
        <p:spPr>
          <a:xfrm>
            <a:off x="6572250" y="2152650"/>
            <a:ext cx="66675" cy="2381250"/>
          </a:xfrm>
          <a:prstGeom prst="rect">
            <a:avLst/>
          </a:prstGeom>
          <a:solidFill>
            <a:srgbClr val="2563EB"/>
          </a:solidFill>
          <a:ln w="0">
            <a:solidFill>
              <a:srgbClr val="2563EB"/>
            </a:solidFill>
            <a:prstDash val="solid"/>
          </a:ln>
        </p:spPr>
        <p:txBody>
          <a:bodyPr/>
          <a:lstStyle/>
          <a:p>
            <a:endParaRPr lang="zh-CN" altLang="en-US"/>
          </a:p>
        </p:txBody>
      </p:sp>
      <p:sp>
        <p:nvSpPr>
          <p:cNvPr id="11" name="矩形 10">
            <a:extLst>
              <a:ext uri="{FF2B5EF4-FFF2-40B4-BE49-F238E27FC236}">
                <a16:creationId xmlns:a16="http://schemas.microsoft.com/office/drawing/2014/main" id="{01632499-45B3-47E5-A0A3-269AE76AFAB8}"/>
              </a:ext>
            </a:extLst>
          </p:cNvPr>
          <p:cNvSpPr>
            <a:spLocks noGrp="1"/>
          </p:cNvSpPr>
          <p:nvPr/>
        </p:nvSpPr>
        <p:spPr>
          <a:xfrm>
            <a:off x="6762750" y="2324100"/>
            <a:ext cx="1847850" cy="266700"/>
          </a:xfrm>
          <a:prstGeom prst="rect">
            <a:avLst/>
          </a:prstGeom>
          <a:noFill/>
          <a:ln w="0">
            <a:noFill/>
            <a:prstDash val="solid"/>
          </a:ln>
        </p:spPr>
        <p:txBody>
          <a:bodyPr lIns="19050" tIns="19050" rIns="19050" bIns="19050" anchor="t">
            <a:normAutofit/>
          </a:bodyPr>
          <a:lstStyle/>
          <a:p>
            <a:pPr algn="l">
              <a:lnSpc>
                <a:spcPct val="110000"/>
              </a:lnSpc>
              <a:buNone/>
              <a:defRPr sz="1350" b="1">
                <a:solidFill>
                  <a:srgbClr val="2563EB"/>
                </a:solidFill>
                <a:latin typeface="PingFang SC"/>
                <a:ea typeface="PingFang SC"/>
                <a:cs typeface="PingFang SC"/>
              </a:defRPr>
            </a:pPr>
            <a:r>
              <a:rPr sz="1350" b="1">
                <a:solidFill>
                  <a:srgbClr val="2563EB"/>
                </a:solidFill>
                <a:latin typeface="PingFang SC"/>
                <a:ea typeface="PingFang SC"/>
                <a:cs typeface="PingFang SC"/>
              </a:rPr>
              <a:t>输入字段</a:t>
            </a:r>
          </a:p>
        </p:txBody>
      </p:sp>
      <p:sp>
        <p:nvSpPr>
          <p:cNvPr id="12" name="矩形 11">
            <a:extLst>
              <a:ext uri="{FF2B5EF4-FFF2-40B4-BE49-F238E27FC236}">
                <a16:creationId xmlns:a16="http://schemas.microsoft.com/office/drawing/2014/main" id="{DEA8941F-77B8-4757-938A-8523937170DF}"/>
              </a:ext>
            </a:extLst>
          </p:cNvPr>
          <p:cNvSpPr>
            <a:spLocks noGrp="1"/>
          </p:cNvSpPr>
          <p:nvPr/>
        </p:nvSpPr>
        <p:spPr>
          <a:xfrm>
            <a:off x="6762750" y="2667000"/>
            <a:ext cx="1847850" cy="1733550"/>
          </a:xfrm>
          <a:prstGeom prst="rect">
            <a:avLst/>
          </a:prstGeom>
          <a:noFill/>
          <a:ln w="0">
            <a:noFill/>
            <a:prstDash val="solid"/>
          </a:ln>
        </p:spPr>
        <p:txBody>
          <a:bodyPr lIns="19050" tIns="19050" rIns="19050" bIns="19050" anchor="t">
            <a:normAutofit/>
          </a:bodyPr>
          <a:lstStyle/>
          <a:p>
            <a:pPr algn="l">
              <a:lnSpc>
                <a:spcPct val="118000"/>
              </a:lnSpc>
              <a:buNone/>
              <a:defRPr sz="1275" b="0">
                <a:solidFill>
                  <a:srgbClr val="172033"/>
                </a:solidFill>
                <a:latin typeface="PingFang SC"/>
                <a:ea typeface="PingFang SC"/>
                <a:cs typeface="PingFang SC"/>
              </a:defRPr>
            </a:pPr>
            <a:r>
              <a:rPr sz="1275" b="0">
                <a:solidFill>
                  <a:srgbClr val="172033"/>
                </a:solidFill>
                <a:latin typeface="PingFang SC"/>
                <a:ea typeface="PingFang SC"/>
                <a:cs typeface="PingFang SC"/>
              </a:rPr>
              <a:t>essay_id</a:t>
            </a:r>
          </a:p>
          <a:p>
            <a:pPr algn="l">
              <a:lnSpc>
                <a:spcPct val="118000"/>
              </a:lnSpc>
              <a:buNone/>
              <a:defRPr sz="1275" b="0">
                <a:solidFill>
                  <a:srgbClr val="172033"/>
                </a:solidFill>
                <a:latin typeface="PingFang SC"/>
                <a:ea typeface="PingFang SC"/>
                <a:cs typeface="PingFang SC"/>
              </a:defRPr>
            </a:pPr>
            <a:r>
              <a:rPr sz="1275" b="0">
                <a:solidFill>
                  <a:srgbClr val="172033"/>
                </a:solidFill>
                <a:latin typeface="PingFang SC"/>
                <a:ea typeface="PingFang SC"/>
                <a:cs typeface="PingFang SC"/>
              </a:rPr>
              <a:t>assignment_prompt</a:t>
            </a:r>
          </a:p>
          <a:p>
            <a:pPr algn="l">
              <a:lnSpc>
                <a:spcPct val="118000"/>
              </a:lnSpc>
              <a:buNone/>
              <a:defRPr sz="1275" b="0">
                <a:solidFill>
                  <a:srgbClr val="172033"/>
                </a:solidFill>
                <a:latin typeface="PingFang SC"/>
                <a:ea typeface="PingFang SC"/>
                <a:cs typeface="PingFang SC"/>
              </a:defRPr>
            </a:pPr>
            <a:r>
              <a:rPr sz="1275" b="0">
                <a:solidFill>
                  <a:srgbClr val="172033"/>
                </a:solidFill>
                <a:latin typeface="PingFang SC"/>
                <a:ea typeface="PingFang SC"/>
                <a:cs typeface="PingFang SC"/>
              </a:rPr>
              <a:t>essay_genre</a:t>
            </a:r>
          </a:p>
          <a:p>
            <a:pPr algn="l">
              <a:lnSpc>
                <a:spcPct val="118000"/>
              </a:lnSpc>
              <a:buNone/>
              <a:defRPr sz="1275" b="0">
                <a:solidFill>
                  <a:srgbClr val="172033"/>
                </a:solidFill>
                <a:latin typeface="PingFang SC"/>
                <a:ea typeface="PingFang SC"/>
                <a:cs typeface="PingFang SC"/>
              </a:defRPr>
            </a:pPr>
            <a:r>
              <a:rPr sz="1275" b="0">
                <a:solidFill>
                  <a:srgbClr val="172033"/>
                </a:solidFill>
                <a:latin typeface="PingFang SC"/>
                <a:ea typeface="PingFang SC"/>
                <a:cs typeface="PingFang SC"/>
              </a:rPr>
              <a:t>student_level</a:t>
            </a:r>
          </a:p>
          <a:p>
            <a:pPr algn="l">
              <a:lnSpc>
                <a:spcPct val="118000"/>
              </a:lnSpc>
              <a:buNone/>
              <a:defRPr sz="1275" b="0">
                <a:solidFill>
                  <a:srgbClr val="172033"/>
                </a:solidFill>
                <a:latin typeface="PingFang SC"/>
                <a:ea typeface="PingFang SC"/>
                <a:cs typeface="PingFang SC"/>
              </a:defRPr>
            </a:pPr>
            <a:r>
              <a:rPr sz="1275" b="0">
                <a:solidFill>
                  <a:srgbClr val="172033"/>
                </a:solidFill>
                <a:latin typeface="PingFang SC"/>
                <a:ea typeface="PingFang SC"/>
                <a:cs typeface="PingFang SC"/>
              </a:rPr>
              <a:t>essay_text_anonymized</a:t>
            </a:r>
          </a:p>
          <a:p>
            <a:pPr algn="l">
              <a:lnSpc>
                <a:spcPct val="118000"/>
              </a:lnSpc>
              <a:buNone/>
              <a:defRPr sz="1275" b="0">
                <a:solidFill>
                  <a:srgbClr val="172033"/>
                </a:solidFill>
                <a:latin typeface="PingFang SC"/>
                <a:ea typeface="PingFang SC"/>
                <a:cs typeface="PingFang SC"/>
              </a:defRPr>
            </a:pPr>
            <a:r>
              <a:rPr sz="1275" b="0">
                <a:solidFill>
                  <a:srgbClr val="172033"/>
                </a:solidFill>
                <a:latin typeface="PingFang SC"/>
                <a:ea typeface="PingFang SC"/>
                <a:cs typeface="PingFang SC"/>
              </a:rPr>
              <a:t>word_count</a:t>
            </a:r>
          </a:p>
        </p:txBody>
      </p:sp>
      <p:sp>
        <p:nvSpPr>
          <p:cNvPr id="13" name="圆角矩形 12">
            <a:extLst>
              <a:ext uri="{FF2B5EF4-FFF2-40B4-BE49-F238E27FC236}">
                <a16:creationId xmlns:a16="http://schemas.microsoft.com/office/drawing/2014/main" id="{25F8AC4E-14E1-4332-ACE7-B431CED76336}"/>
              </a:ext>
            </a:extLst>
          </p:cNvPr>
          <p:cNvSpPr>
            <a:spLocks noGrp="1"/>
          </p:cNvSpPr>
          <p:nvPr/>
        </p:nvSpPr>
        <p:spPr>
          <a:xfrm>
            <a:off x="9144000" y="2152650"/>
            <a:ext cx="2190750" cy="2381250"/>
          </a:xfrm>
          <a:prstGeom prst="roundRect">
            <a:avLst>
              <a:gd name="adj" fmla="val 5217"/>
            </a:avLst>
          </a:prstGeom>
          <a:solidFill>
            <a:srgbClr val="FFFFFF"/>
          </a:solidFill>
          <a:ln w="9525">
            <a:solidFill>
              <a:srgbClr val="D8DEE9"/>
            </a:solidFill>
            <a:prstDash val="solid"/>
          </a:ln>
        </p:spPr>
        <p:style>
          <a:lnRef idx="0">
            <a:scrgbClr r="0" g="0" b="0"/>
          </a:lnRef>
          <a:fillRef idx="0">
            <a:scrgbClr r="0" g="0" b="0"/>
          </a:fillRef>
          <a:effectRef idx="4">
            <a:scrgbClr r="0" g="0" b="0"/>
          </a:effectRef>
          <a:fontRef idx="major"/>
        </p:style>
        <p:txBody>
          <a:bodyPr/>
          <a:lstStyle/>
          <a:p>
            <a:endParaRPr lang="zh-CN" altLang="en-US"/>
          </a:p>
        </p:txBody>
      </p:sp>
      <p:sp>
        <p:nvSpPr>
          <p:cNvPr id="14" name="矩形 13">
            <a:extLst>
              <a:ext uri="{FF2B5EF4-FFF2-40B4-BE49-F238E27FC236}">
                <a16:creationId xmlns:a16="http://schemas.microsoft.com/office/drawing/2014/main" id="{F17D5361-EBC0-4D78-9818-3E7DD2D55A65}"/>
              </a:ext>
            </a:extLst>
          </p:cNvPr>
          <p:cNvSpPr>
            <a:spLocks noGrp="1"/>
          </p:cNvSpPr>
          <p:nvPr/>
        </p:nvSpPr>
        <p:spPr>
          <a:xfrm>
            <a:off x="9144000" y="2152650"/>
            <a:ext cx="66675" cy="2381250"/>
          </a:xfrm>
          <a:prstGeom prst="rect">
            <a:avLst/>
          </a:prstGeom>
          <a:solidFill>
            <a:srgbClr val="F59E0B"/>
          </a:solidFill>
          <a:ln w="0">
            <a:solidFill>
              <a:srgbClr val="F59E0B"/>
            </a:solidFill>
            <a:prstDash val="solid"/>
          </a:ln>
        </p:spPr>
        <p:txBody>
          <a:bodyPr/>
          <a:lstStyle/>
          <a:p>
            <a:endParaRPr lang="zh-CN" altLang="en-US"/>
          </a:p>
        </p:txBody>
      </p:sp>
      <p:sp>
        <p:nvSpPr>
          <p:cNvPr id="15" name="矩形 14">
            <a:extLst>
              <a:ext uri="{FF2B5EF4-FFF2-40B4-BE49-F238E27FC236}">
                <a16:creationId xmlns:a16="http://schemas.microsoft.com/office/drawing/2014/main" id="{89895E7F-712F-4507-A9A2-5B1B6A724AFA}"/>
              </a:ext>
            </a:extLst>
          </p:cNvPr>
          <p:cNvSpPr>
            <a:spLocks noGrp="1"/>
          </p:cNvSpPr>
          <p:nvPr/>
        </p:nvSpPr>
        <p:spPr>
          <a:xfrm>
            <a:off x="9334500" y="2324100"/>
            <a:ext cx="1847850" cy="266700"/>
          </a:xfrm>
          <a:prstGeom prst="rect">
            <a:avLst/>
          </a:prstGeom>
          <a:noFill/>
          <a:ln w="0">
            <a:noFill/>
            <a:prstDash val="solid"/>
          </a:ln>
        </p:spPr>
        <p:txBody>
          <a:bodyPr lIns="19050" tIns="19050" rIns="19050" bIns="19050" anchor="t">
            <a:normAutofit/>
          </a:bodyPr>
          <a:lstStyle/>
          <a:p>
            <a:pPr algn="l">
              <a:lnSpc>
                <a:spcPct val="110000"/>
              </a:lnSpc>
              <a:buNone/>
              <a:defRPr sz="1350" b="1">
                <a:solidFill>
                  <a:srgbClr val="F59E0B"/>
                </a:solidFill>
                <a:latin typeface="PingFang SC"/>
                <a:ea typeface="PingFang SC"/>
                <a:cs typeface="PingFang SC"/>
              </a:defRPr>
            </a:pPr>
            <a:r>
              <a:rPr sz="1350" b="1">
                <a:solidFill>
                  <a:srgbClr val="F59E0B"/>
                </a:solidFill>
                <a:latin typeface="PingFang SC"/>
                <a:ea typeface="PingFang SC"/>
                <a:cs typeface="PingFang SC"/>
              </a:rPr>
              <a:t>系统关注</a:t>
            </a:r>
          </a:p>
        </p:txBody>
      </p:sp>
      <p:sp>
        <p:nvSpPr>
          <p:cNvPr id="16" name="矩形 15">
            <a:extLst>
              <a:ext uri="{FF2B5EF4-FFF2-40B4-BE49-F238E27FC236}">
                <a16:creationId xmlns:a16="http://schemas.microsoft.com/office/drawing/2014/main" id="{D55B6E8D-7CD5-4D96-9AB6-84F8D0541FF7}"/>
              </a:ext>
            </a:extLst>
          </p:cNvPr>
          <p:cNvSpPr>
            <a:spLocks noGrp="1"/>
          </p:cNvSpPr>
          <p:nvPr/>
        </p:nvSpPr>
        <p:spPr>
          <a:xfrm>
            <a:off x="9334500" y="2667000"/>
            <a:ext cx="1847850" cy="1733550"/>
          </a:xfrm>
          <a:prstGeom prst="rect">
            <a:avLst/>
          </a:prstGeom>
          <a:noFill/>
          <a:ln w="0">
            <a:noFill/>
            <a:prstDash val="solid"/>
          </a:ln>
        </p:spPr>
        <p:txBody>
          <a:bodyPr lIns="19050" tIns="19050" rIns="19050" bIns="19050" anchor="t">
            <a:normAutofit/>
          </a:bodyPr>
          <a:lstStyle/>
          <a:p>
            <a:pPr algn="l">
              <a:lnSpc>
                <a:spcPct val="118000"/>
              </a:lnSpc>
              <a:buNone/>
              <a:defRPr sz="1275" b="0">
                <a:solidFill>
                  <a:srgbClr val="172033"/>
                </a:solidFill>
                <a:latin typeface="PingFang SC"/>
                <a:ea typeface="PingFang SC"/>
                <a:cs typeface="PingFang SC"/>
              </a:defRPr>
            </a:pPr>
            <a:r>
              <a:rPr sz="1275" b="0">
                <a:solidFill>
                  <a:srgbClr val="172033"/>
                </a:solidFill>
                <a:latin typeface="PingFang SC"/>
                <a:ea typeface="PingFang SC"/>
                <a:cs typeface="PingFang SC"/>
              </a:rPr>
              <a:t>不是先给作文打总分，而是准备生成和审核“逐条反馈”。后续所有判断都落在 feedback item 上。</a:t>
            </a:r>
          </a:p>
        </p:txBody>
      </p:sp>
      <p:sp>
        <p:nvSpPr>
          <p:cNvPr id="17" name="圆角矩形 16">
            <a:extLst>
              <a:ext uri="{FF2B5EF4-FFF2-40B4-BE49-F238E27FC236}">
                <a16:creationId xmlns:a16="http://schemas.microsoft.com/office/drawing/2014/main" id="{2621C29F-AA09-4AA1-9B5B-B47EB28C0D56}"/>
              </a:ext>
            </a:extLst>
          </p:cNvPr>
          <p:cNvSpPr>
            <a:spLocks noGrp="1"/>
          </p:cNvSpPr>
          <p:nvPr/>
        </p:nvSpPr>
        <p:spPr>
          <a:xfrm>
            <a:off x="6800850" y="4953000"/>
            <a:ext cx="1238250" cy="323850"/>
          </a:xfrm>
          <a:prstGeom prst="roundRect">
            <a:avLst>
              <a:gd name="adj" fmla="val 50000"/>
            </a:avLst>
          </a:prstGeom>
          <a:solidFill>
            <a:srgbClr val="DBEAFE"/>
          </a:solidFill>
          <a:ln w="0">
            <a:noFill/>
            <a:prstDash val="solid"/>
          </a:ln>
        </p:spPr>
        <p:txBody>
          <a:bodyPr/>
          <a:lstStyle/>
          <a:p>
            <a:endParaRPr lang="zh-CN" altLang="en-US"/>
          </a:p>
        </p:txBody>
      </p:sp>
      <p:sp>
        <p:nvSpPr>
          <p:cNvPr id="18" name="矩形 17">
            <a:extLst>
              <a:ext uri="{FF2B5EF4-FFF2-40B4-BE49-F238E27FC236}">
                <a16:creationId xmlns:a16="http://schemas.microsoft.com/office/drawing/2014/main" id="{BF16945C-0334-4B23-B7EF-F7F1A8669B41}"/>
              </a:ext>
            </a:extLst>
          </p:cNvPr>
          <p:cNvSpPr>
            <a:spLocks noGrp="1"/>
          </p:cNvSpPr>
          <p:nvPr/>
        </p:nvSpPr>
        <p:spPr>
          <a:xfrm>
            <a:off x="6915150" y="5019675"/>
            <a:ext cx="1009650" cy="190500"/>
          </a:xfrm>
          <a:prstGeom prst="rect">
            <a:avLst/>
          </a:prstGeom>
          <a:noFill/>
          <a:ln w="0">
            <a:noFill/>
            <a:prstDash val="solid"/>
          </a:ln>
        </p:spPr>
        <p:txBody>
          <a:bodyPr lIns="19050" tIns="19050" rIns="19050" bIns="19050" anchor="t">
            <a:normAutofit fontScale="93240"/>
          </a:bodyPr>
          <a:lstStyle/>
          <a:p>
            <a:pPr algn="ctr">
              <a:lnSpc>
                <a:spcPct val="110000"/>
              </a:lnSpc>
              <a:buNone/>
              <a:defRPr sz="975" b="1">
                <a:solidFill>
                  <a:srgbClr val="2563EB"/>
                </a:solidFill>
                <a:latin typeface="PingFang SC"/>
                <a:ea typeface="PingFang SC"/>
                <a:cs typeface="PingFang SC"/>
              </a:defRPr>
            </a:pPr>
            <a:r>
              <a:rPr sz="975" b="1">
                <a:solidFill>
                  <a:srgbClr val="2563EB"/>
                </a:solidFill>
                <a:latin typeface="PingFang SC"/>
                <a:ea typeface="PingFang SC"/>
                <a:cs typeface="PingFang SC"/>
              </a:rPr>
              <a:t>匿名作文</a:t>
            </a:r>
          </a:p>
        </p:txBody>
      </p:sp>
      <p:sp>
        <p:nvSpPr>
          <p:cNvPr id="19" name="圆角矩形 18">
            <a:extLst>
              <a:ext uri="{FF2B5EF4-FFF2-40B4-BE49-F238E27FC236}">
                <a16:creationId xmlns:a16="http://schemas.microsoft.com/office/drawing/2014/main" id="{783DFFB1-6C7E-44E8-A42E-421148902809}"/>
              </a:ext>
            </a:extLst>
          </p:cNvPr>
          <p:cNvSpPr>
            <a:spLocks noGrp="1"/>
          </p:cNvSpPr>
          <p:nvPr/>
        </p:nvSpPr>
        <p:spPr>
          <a:xfrm>
            <a:off x="8248650" y="4953000"/>
            <a:ext cx="1238250" cy="323850"/>
          </a:xfrm>
          <a:prstGeom prst="roundRect">
            <a:avLst>
              <a:gd name="adj" fmla="val 50000"/>
            </a:avLst>
          </a:prstGeom>
          <a:solidFill>
            <a:srgbClr val="CCFBF1"/>
          </a:solidFill>
          <a:ln w="0">
            <a:noFill/>
            <a:prstDash val="solid"/>
          </a:ln>
        </p:spPr>
        <p:txBody>
          <a:bodyPr/>
          <a:lstStyle/>
          <a:p>
            <a:endParaRPr lang="zh-CN" altLang="en-US"/>
          </a:p>
        </p:txBody>
      </p:sp>
      <p:sp>
        <p:nvSpPr>
          <p:cNvPr id="20" name="矩形 19">
            <a:extLst>
              <a:ext uri="{FF2B5EF4-FFF2-40B4-BE49-F238E27FC236}">
                <a16:creationId xmlns:a16="http://schemas.microsoft.com/office/drawing/2014/main" id="{155D3821-5336-4A58-8583-895FC5AE68E6}"/>
              </a:ext>
            </a:extLst>
          </p:cNvPr>
          <p:cNvSpPr>
            <a:spLocks noGrp="1"/>
          </p:cNvSpPr>
          <p:nvPr/>
        </p:nvSpPr>
        <p:spPr>
          <a:xfrm>
            <a:off x="8362950" y="5019675"/>
            <a:ext cx="1009650" cy="190500"/>
          </a:xfrm>
          <a:prstGeom prst="rect">
            <a:avLst/>
          </a:prstGeom>
          <a:noFill/>
          <a:ln w="0">
            <a:noFill/>
            <a:prstDash val="solid"/>
          </a:ln>
        </p:spPr>
        <p:txBody>
          <a:bodyPr lIns="19050" tIns="19050" rIns="19050" bIns="19050" anchor="t">
            <a:normAutofit fontScale="93240"/>
          </a:bodyPr>
          <a:lstStyle/>
          <a:p>
            <a:pPr algn="ctr">
              <a:lnSpc>
                <a:spcPct val="110000"/>
              </a:lnSpc>
              <a:buNone/>
              <a:defRPr sz="975" b="1">
                <a:solidFill>
                  <a:srgbClr val="0F766E"/>
                </a:solidFill>
                <a:latin typeface="PingFang SC"/>
                <a:ea typeface="PingFang SC"/>
                <a:cs typeface="PingFang SC"/>
              </a:defRPr>
            </a:pPr>
            <a:r>
              <a:rPr sz="975" b="1">
                <a:solidFill>
                  <a:srgbClr val="0F766E"/>
                </a:solidFill>
                <a:latin typeface="PingFang SC"/>
                <a:ea typeface="PingFang SC"/>
                <a:cs typeface="PingFang SC"/>
              </a:rPr>
              <a:t>局部文本</a:t>
            </a:r>
          </a:p>
        </p:txBody>
      </p:sp>
      <p:sp>
        <p:nvSpPr>
          <p:cNvPr id="21" name="圆角矩形 20">
            <a:extLst>
              <a:ext uri="{FF2B5EF4-FFF2-40B4-BE49-F238E27FC236}">
                <a16:creationId xmlns:a16="http://schemas.microsoft.com/office/drawing/2014/main" id="{D0825130-4BE3-4FC7-9B27-558628829AAB}"/>
              </a:ext>
            </a:extLst>
          </p:cNvPr>
          <p:cNvSpPr>
            <a:spLocks noGrp="1"/>
          </p:cNvSpPr>
          <p:nvPr/>
        </p:nvSpPr>
        <p:spPr>
          <a:xfrm>
            <a:off x="9696450" y="4953000"/>
            <a:ext cx="1238250" cy="323850"/>
          </a:xfrm>
          <a:prstGeom prst="roundRect">
            <a:avLst>
              <a:gd name="adj" fmla="val 50000"/>
            </a:avLst>
          </a:prstGeom>
          <a:solidFill>
            <a:srgbClr val="FEF3C7"/>
          </a:solidFill>
          <a:ln w="0">
            <a:noFill/>
            <a:prstDash val="solid"/>
          </a:ln>
        </p:spPr>
        <p:txBody>
          <a:bodyPr/>
          <a:lstStyle/>
          <a:p>
            <a:endParaRPr lang="zh-CN" altLang="en-US"/>
          </a:p>
        </p:txBody>
      </p:sp>
      <p:sp>
        <p:nvSpPr>
          <p:cNvPr id="22" name="矩形 21">
            <a:extLst>
              <a:ext uri="{FF2B5EF4-FFF2-40B4-BE49-F238E27FC236}">
                <a16:creationId xmlns:a16="http://schemas.microsoft.com/office/drawing/2014/main" id="{A1A5804B-408E-4105-BD63-42EE6878F247}"/>
              </a:ext>
            </a:extLst>
          </p:cNvPr>
          <p:cNvSpPr>
            <a:spLocks noGrp="1"/>
          </p:cNvSpPr>
          <p:nvPr/>
        </p:nvSpPr>
        <p:spPr>
          <a:xfrm>
            <a:off x="9810750" y="5019675"/>
            <a:ext cx="1009650" cy="190500"/>
          </a:xfrm>
          <a:prstGeom prst="rect">
            <a:avLst/>
          </a:prstGeom>
          <a:noFill/>
          <a:ln w="0">
            <a:noFill/>
            <a:prstDash val="solid"/>
          </a:ln>
        </p:spPr>
        <p:txBody>
          <a:bodyPr lIns="19050" tIns="19050" rIns="19050" bIns="19050" anchor="t">
            <a:normAutofit fontScale="93240"/>
          </a:bodyPr>
          <a:lstStyle/>
          <a:p>
            <a:pPr algn="ctr">
              <a:lnSpc>
                <a:spcPct val="110000"/>
              </a:lnSpc>
              <a:buNone/>
              <a:defRPr sz="975" b="1">
                <a:solidFill>
                  <a:srgbClr val="F59E0B"/>
                </a:solidFill>
                <a:latin typeface="PingFang SC"/>
                <a:ea typeface="PingFang SC"/>
                <a:cs typeface="PingFang SC"/>
              </a:defRPr>
            </a:pPr>
            <a:r>
              <a:rPr sz="975" b="1">
                <a:solidFill>
                  <a:srgbClr val="F59E0B"/>
                </a:solidFill>
                <a:latin typeface="PingFang SC"/>
                <a:ea typeface="PingFang SC"/>
                <a:cs typeface="PingFang SC"/>
              </a:rPr>
              <a:t>反馈项</a:t>
            </a:r>
          </a:p>
        </p:txBody>
      </p:sp>
      <p:sp>
        <p:nvSpPr>
          <p:cNvPr id="23" name="矩形 22">
            <a:extLst>
              <a:ext uri="{FF2B5EF4-FFF2-40B4-BE49-F238E27FC236}">
                <a16:creationId xmlns:a16="http://schemas.microsoft.com/office/drawing/2014/main" id="{0F24A1B7-D9DF-44BB-9DF7-F00EE958E497}"/>
              </a:ext>
            </a:extLst>
          </p:cNvPr>
          <p:cNvSpPr>
            <a:spLocks noGrp="1"/>
          </p:cNvSpPr>
          <p:nvPr/>
        </p:nvSpPr>
        <p:spPr>
          <a:xfrm>
            <a:off x="609600" y="6553200"/>
            <a:ext cx="4000500" cy="171450"/>
          </a:xfrm>
          <a:prstGeom prst="rect">
            <a:avLst/>
          </a:prstGeom>
          <a:noFill/>
          <a:ln w="0">
            <a:noFill/>
            <a:prstDash val="solid"/>
          </a:ln>
        </p:spPr>
        <p:txBody>
          <a:bodyPr lIns="19050" tIns="19050" rIns="19050" bIns="19050" anchor="t">
            <a:normAutofit/>
          </a:bodyPr>
          <a:lstStyle/>
          <a:p>
            <a:pPr algn="l">
              <a:lnSpc>
                <a:spcPct val="110000"/>
              </a:lnSpc>
              <a:buNone/>
              <a:defRPr sz="750" b="0">
                <a:solidFill>
                  <a:srgbClr val="8792A3"/>
                </a:solidFill>
                <a:latin typeface="PingFang SC"/>
                <a:ea typeface="PingFang SC"/>
                <a:cs typeface="PingFang SC"/>
              </a:defRPr>
            </a:pPr>
            <a:r>
              <a:rPr sz="750" b="0">
                <a:solidFill>
                  <a:srgbClr val="8792A3"/>
                </a:solidFill>
                <a:latin typeface="PingFang SC"/>
                <a:ea typeface="PingFang SC"/>
                <a:cs typeface="PingFang SC"/>
              </a:rPr>
              <a:t>ConsensusScope workflow explanation | 3/12</a:t>
            </a:r>
          </a:p>
        </p:txBody>
      </p:sp>
    </p:spTree>
    <p:extLst>
      <p:ext uri="{BB962C8B-B14F-4D97-AF65-F5344CB8AC3E}">
        <p14:creationId xmlns:p14="http://schemas.microsoft.com/office/powerpoint/2010/main" val="18036000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42" name="矩形 41">
            <a:extLst>
              <a:ext uri="{FF2B5EF4-FFF2-40B4-BE49-F238E27FC236}">
                <a16:creationId xmlns:a16="http://schemas.microsoft.com/office/drawing/2014/main" id="{947AE09F-4E74-4E62-9B40-F1913ED96DDF}"/>
              </a:ext>
            </a:extLst>
          </p:cNvPr>
          <p:cNvSpPr>
            <a:spLocks noGrp="1"/>
          </p:cNvSpPr>
          <p:nvPr/>
        </p:nvSpPr>
        <p:spPr>
          <a:xfrm>
            <a:off x="609600" y="400050"/>
            <a:ext cx="4953000" cy="266700"/>
          </a:xfrm>
          <a:prstGeom prst="rect">
            <a:avLst/>
          </a:prstGeom>
          <a:noFill/>
          <a:ln w="0">
            <a:noFill/>
            <a:prstDash val="solid"/>
          </a:ln>
        </p:spPr>
        <p:txBody>
          <a:bodyPr lIns="19050" tIns="19050" rIns="19050" bIns="19050" anchor="t">
            <a:normAutofit/>
          </a:bodyPr>
          <a:lstStyle/>
          <a:p>
            <a:pPr algn="l">
              <a:lnSpc>
                <a:spcPct val="110000"/>
              </a:lnSpc>
              <a:buNone/>
              <a:defRPr sz="975" b="1">
                <a:solidFill>
                  <a:srgbClr val="2563EB"/>
                </a:solidFill>
                <a:latin typeface="PingFang SC"/>
                <a:ea typeface="PingFang SC"/>
                <a:cs typeface="PingFang SC"/>
              </a:defRPr>
            </a:pPr>
            <a:r>
              <a:rPr sz="975" b="1">
                <a:solidFill>
                  <a:srgbClr val="2563EB"/>
                </a:solidFill>
                <a:latin typeface="PingFang SC"/>
                <a:ea typeface="PingFang SC"/>
                <a:cs typeface="PingFang SC"/>
              </a:rPr>
              <a:t>Step 2</a:t>
            </a:r>
          </a:p>
        </p:txBody>
      </p:sp>
      <p:sp>
        <p:nvSpPr>
          <p:cNvPr id="2" name="矩形 1">
            <a:extLst>
              <a:ext uri="{FF2B5EF4-FFF2-40B4-BE49-F238E27FC236}">
                <a16:creationId xmlns:a16="http://schemas.microsoft.com/office/drawing/2014/main" id="{4BF37162-F2A5-4DCD-8161-FC70498E990A}"/>
              </a:ext>
            </a:extLst>
          </p:cNvPr>
          <p:cNvSpPr>
            <a:spLocks noGrp="1"/>
          </p:cNvSpPr>
          <p:nvPr/>
        </p:nvSpPr>
        <p:spPr>
          <a:xfrm>
            <a:off x="609600" y="723900"/>
            <a:ext cx="8763000" cy="590550"/>
          </a:xfrm>
          <a:prstGeom prst="rect">
            <a:avLst/>
          </a:prstGeom>
          <a:noFill/>
          <a:ln w="0">
            <a:noFill/>
            <a:prstDash val="solid"/>
          </a:ln>
        </p:spPr>
        <p:txBody>
          <a:bodyPr lIns="19050" tIns="19050" rIns="19050" bIns="19050" anchor="t">
            <a:normAutofit/>
          </a:bodyPr>
          <a:lstStyle/>
          <a:p>
            <a:pPr algn="l">
              <a:lnSpc>
                <a:spcPct val="102000"/>
              </a:lnSpc>
              <a:buNone/>
              <a:defRPr sz="2550" b="1">
                <a:solidFill>
                  <a:srgbClr val="172033"/>
                </a:solidFill>
                <a:latin typeface="PingFang SC"/>
                <a:ea typeface="PingFang SC"/>
                <a:cs typeface="PingFang SC"/>
              </a:defRPr>
            </a:pPr>
            <a:r>
              <a:rPr sz="2550" b="1">
                <a:solidFill>
                  <a:srgbClr val="172033"/>
                </a:solidFill>
                <a:latin typeface="PingFang SC"/>
                <a:ea typeface="PingFang SC"/>
                <a:cs typeface="PingFang SC"/>
              </a:rPr>
              <a:t>AI 生成多条反馈候选</a:t>
            </a:r>
          </a:p>
        </p:txBody>
      </p:sp>
      <p:sp>
        <p:nvSpPr>
          <p:cNvPr id="3" name="矩形 2">
            <a:extLst>
              <a:ext uri="{FF2B5EF4-FFF2-40B4-BE49-F238E27FC236}">
                <a16:creationId xmlns:a16="http://schemas.microsoft.com/office/drawing/2014/main" id="{F93C59B3-B755-4BE2-9015-C641D61C6BA4}"/>
              </a:ext>
            </a:extLst>
          </p:cNvPr>
          <p:cNvSpPr>
            <a:spLocks noGrp="1"/>
          </p:cNvSpPr>
          <p:nvPr/>
        </p:nvSpPr>
        <p:spPr>
          <a:xfrm>
            <a:off x="609600" y="1352550"/>
            <a:ext cx="8953500" cy="400050"/>
          </a:xfrm>
          <a:prstGeom prst="rect">
            <a:avLst/>
          </a:prstGeom>
          <a:noFill/>
          <a:ln w="0">
            <a:noFill/>
            <a:prstDash val="solid"/>
          </a:ln>
        </p:spPr>
        <p:txBody>
          <a:bodyPr lIns="19050" tIns="19050" rIns="19050" bIns="19050" anchor="t">
            <a:normAutofit/>
          </a:bodyPr>
          <a:lstStyle/>
          <a:p>
            <a:pPr algn="l">
              <a:lnSpc>
                <a:spcPct val="118000"/>
              </a:lnSpc>
              <a:buNone/>
              <a:defRPr sz="1350" b="0">
                <a:solidFill>
                  <a:srgbClr val="5B667A"/>
                </a:solidFill>
                <a:latin typeface="PingFang SC"/>
                <a:ea typeface="PingFang SC"/>
                <a:cs typeface="PingFang SC"/>
              </a:defRPr>
            </a:pPr>
            <a:r>
              <a:rPr sz="1350" b="0">
                <a:solidFill>
                  <a:srgbClr val="5B667A"/>
                </a:solidFill>
                <a:latin typeface="PingFang SC"/>
                <a:ea typeface="PingFang SC"/>
                <a:cs typeface="PingFang SC"/>
              </a:rPr>
              <a:t>每条 AI 反馈都可能有价值，也可能有风险；系统逐条处理。</a:t>
            </a:r>
          </a:p>
        </p:txBody>
      </p:sp>
      <p:sp>
        <p:nvSpPr>
          <p:cNvPr id="4" name="圆角矩形 3">
            <a:extLst>
              <a:ext uri="{FF2B5EF4-FFF2-40B4-BE49-F238E27FC236}">
                <a16:creationId xmlns:a16="http://schemas.microsoft.com/office/drawing/2014/main" id="{ECC1655C-12AD-4EBD-953D-4FE719BA9D2C}"/>
              </a:ext>
            </a:extLst>
          </p:cNvPr>
          <p:cNvSpPr>
            <a:spLocks noGrp="1"/>
          </p:cNvSpPr>
          <p:nvPr/>
        </p:nvSpPr>
        <p:spPr>
          <a:xfrm>
            <a:off x="666750" y="2000250"/>
            <a:ext cx="10858500" cy="3429000"/>
          </a:xfrm>
          <a:prstGeom prst="roundRect">
            <a:avLst>
              <a:gd name="adj" fmla="val 3333"/>
            </a:avLst>
          </a:prstGeom>
          <a:solidFill>
            <a:srgbClr val="FFFFFF"/>
          </a:solidFill>
          <a:ln w="9525">
            <a:solidFill>
              <a:srgbClr val="D8DEE9"/>
            </a:solidFill>
            <a:prstDash val="solid"/>
          </a:ln>
        </p:spPr>
        <p:style>
          <a:lnRef idx="0">
            <a:scrgbClr r="0" g="0" b="0"/>
          </a:lnRef>
          <a:fillRef idx="0">
            <a:scrgbClr r="0" g="0" b="0"/>
          </a:fillRef>
          <a:effectRef idx="4">
            <a:scrgbClr r="0" g="0" b="0"/>
          </a:effectRef>
          <a:fontRef idx="major"/>
        </p:style>
        <p:txBody>
          <a:bodyPr/>
          <a:lstStyle/>
          <a:p>
            <a:endParaRPr lang="zh-CN" altLang="en-US"/>
          </a:p>
        </p:txBody>
      </p:sp>
      <p:sp>
        <p:nvSpPr>
          <p:cNvPr id="5" name="矩形 4">
            <a:extLst>
              <a:ext uri="{FF2B5EF4-FFF2-40B4-BE49-F238E27FC236}">
                <a16:creationId xmlns:a16="http://schemas.microsoft.com/office/drawing/2014/main" id="{EBDEACC6-5DDB-48A1-9E92-D4EA70B125D6}"/>
              </a:ext>
            </a:extLst>
          </p:cNvPr>
          <p:cNvSpPr>
            <a:spLocks noGrp="1"/>
          </p:cNvSpPr>
          <p:nvPr/>
        </p:nvSpPr>
        <p:spPr>
          <a:xfrm>
            <a:off x="857250" y="2228850"/>
            <a:ext cx="1428750" cy="247650"/>
          </a:xfrm>
          <a:prstGeom prst="rect">
            <a:avLst/>
          </a:prstGeom>
          <a:noFill/>
          <a:ln w="0">
            <a:noFill/>
            <a:prstDash val="solid"/>
          </a:ln>
        </p:spPr>
        <p:txBody>
          <a:bodyPr lIns="19050" tIns="19050" rIns="19050" bIns="19050" anchor="t">
            <a:normAutofit/>
          </a:bodyPr>
          <a:lstStyle/>
          <a:p>
            <a:pPr algn="l">
              <a:lnSpc>
                <a:spcPct val="110000"/>
              </a:lnSpc>
              <a:buNone/>
              <a:defRPr sz="1200" b="1">
                <a:solidFill>
                  <a:srgbClr val="2563EB"/>
                </a:solidFill>
                <a:latin typeface="PingFang SC"/>
                <a:ea typeface="PingFang SC"/>
                <a:cs typeface="PingFang SC"/>
              </a:defRPr>
            </a:pPr>
            <a:r>
              <a:rPr sz="1200" b="1">
                <a:solidFill>
                  <a:srgbClr val="2563EB"/>
                </a:solidFill>
                <a:latin typeface="PingFang SC"/>
                <a:ea typeface="PingFang SC"/>
                <a:cs typeface="PingFang SC"/>
              </a:rPr>
              <a:t>ID</a:t>
            </a:r>
          </a:p>
        </p:txBody>
      </p:sp>
      <p:sp>
        <p:nvSpPr>
          <p:cNvPr id="6" name="矩形 5">
            <a:extLst>
              <a:ext uri="{FF2B5EF4-FFF2-40B4-BE49-F238E27FC236}">
                <a16:creationId xmlns:a16="http://schemas.microsoft.com/office/drawing/2014/main" id="{41D0AC7A-C4FD-4F73-BA2B-B48352BF1E05}"/>
              </a:ext>
            </a:extLst>
          </p:cNvPr>
          <p:cNvSpPr>
            <a:spLocks noGrp="1"/>
          </p:cNvSpPr>
          <p:nvPr/>
        </p:nvSpPr>
        <p:spPr>
          <a:xfrm>
            <a:off x="1809750" y="2228850"/>
            <a:ext cx="1428750" cy="247650"/>
          </a:xfrm>
          <a:prstGeom prst="rect">
            <a:avLst/>
          </a:prstGeom>
          <a:noFill/>
          <a:ln w="0">
            <a:noFill/>
            <a:prstDash val="solid"/>
          </a:ln>
        </p:spPr>
        <p:txBody>
          <a:bodyPr lIns="19050" tIns="19050" rIns="19050" bIns="19050" anchor="t">
            <a:normAutofit/>
          </a:bodyPr>
          <a:lstStyle/>
          <a:p>
            <a:pPr algn="l">
              <a:lnSpc>
                <a:spcPct val="110000"/>
              </a:lnSpc>
              <a:buNone/>
              <a:defRPr sz="1200" b="1">
                <a:solidFill>
                  <a:srgbClr val="2563EB"/>
                </a:solidFill>
                <a:latin typeface="PingFang SC"/>
                <a:ea typeface="PingFang SC"/>
                <a:cs typeface="PingFang SC"/>
              </a:defRPr>
            </a:pPr>
            <a:r>
              <a:rPr sz="1200" b="1">
                <a:solidFill>
                  <a:srgbClr val="2563EB"/>
                </a:solidFill>
                <a:latin typeface="PingFang SC"/>
                <a:ea typeface="PingFang SC"/>
                <a:cs typeface="PingFang SC"/>
              </a:rPr>
              <a:t>目标片段</a:t>
            </a:r>
          </a:p>
        </p:txBody>
      </p:sp>
      <p:sp>
        <p:nvSpPr>
          <p:cNvPr id="7" name="矩形 6">
            <a:extLst>
              <a:ext uri="{FF2B5EF4-FFF2-40B4-BE49-F238E27FC236}">
                <a16:creationId xmlns:a16="http://schemas.microsoft.com/office/drawing/2014/main" id="{CEAA40C6-1626-43AF-9167-D29B00FEE8F1}"/>
              </a:ext>
            </a:extLst>
          </p:cNvPr>
          <p:cNvSpPr>
            <a:spLocks noGrp="1"/>
          </p:cNvSpPr>
          <p:nvPr/>
        </p:nvSpPr>
        <p:spPr>
          <a:xfrm>
            <a:off x="3619500" y="2228850"/>
            <a:ext cx="3143250" cy="247650"/>
          </a:xfrm>
          <a:prstGeom prst="rect">
            <a:avLst/>
          </a:prstGeom>
          <a:noFill/>
          <a:ln w="0">
            <a:noFill/>
            <a:prstDash val="solid"/>
          </a:ln>
        </p:spPr>
        <p:txBody>
          <a:bodyPr lIns="19050" tIns="19050" rIns="19050" bIns="19050" anchor="t">
            <a:normAutofit/>
          </a:bodyPr>
          <a:lstStyle/>
          <a:p>
            <a:pPr algn="l">
              <a:lnSpc>
                <a:spcPct val="110000"/>
              </a:lnSpc>
              <a:buNone/>
              <a:defRPr sz="1200" b="1">
                <a:solidFill>
                  <a:srgbClr val="2563EB"/>
                </a:solidFill>
                <a:latin typeface="PingFang SC"/>
                <a:ea typeface="PingFang SC"/>
                <a:cs typeface="PingFang SC"/>
              </a:defRPr>
            </a:pPr>
            <a:r>
              <a:rPr sz="1200" b="1">
                <a:solidFill>
                  <a:srgbClr val="2563EB"/>
                </a:solidFill>
                <a:latin typeface="PingFang SC"/>
                <a:ea typeface="PingFang SC"/>
                <a:cs typeface="PingFang SC"/>
              </a:rPr>
              <a:t>AI 建议</a:t>
            </a:r>
          </a:p>
        </p:txBody>
      </p:sp>
      <p:sp>
        <p:nvSpPr>
          <p:cNvPr id="8" name="矩形 7">
            <a:extLst>
              <a:ext uri="{FF2B5EF4-FFF2-40B4-BE49-F238E27FC236}">
                <a16:creationId xmlns:a16="http://schemas.microsoft.com/office/drawing/2014/main" id="{0C3C0B4C-B094-4008-A8EF-09F3047CB30C}"/>
              </a:ext>
            </a:extLst>
          </p:cNvPr>
          <p:cNvSpPr>
            <a:spLocks noGrp="1"/>
          </p:cNvSpPr>
          <p:nvPr/>
        </p:nvSpPr>
        <p:spPr>
          <a:xfrm>
            <a:off x="7000875" y="2228850"/>
            <a:ext cx="1428750" cy="247650"/>
          </a:xfrm>
          <a:prstGeom prst="rect">
            <a:avLst/>
          </a:prstGeom>
          <a:noFill/>
          <a:ln w="0">
            <a:noFill/>
            <a:prstDash val="solid"/>
          </a:ln>
        </p:spPr>
        <p:txBody>
          <a:bodyPr lIns="19050" tIns="19050" rIns="19050" bIns="19050" anchor="t">
            <a:normAutofit/>
          </a:bodyPr>
          <a:lstStyle/>
          <a:p>
            <a:pPr algn="l">
              <a:lnSpc>
                <a:spcPct val="110000"/>
              </a:lnSpc>
              <a:buNone/>
              <a:defRPr sz="1200" b="1">
                <a:solidFill>
                  <a:srgbClr val="2563EB"/>
                </a:solidFill>
                <a:latin typeface="PingFang SC"/>
                <a:ea typeface="PingFang SC"/>
                <a:cs typeface="PingFang SC"/>
              </a:defRPr>
            </a:pPr>
            <a:r>
              <a:rPr sz="1200" b="1">
                <a:solidFill>
                  <a:srgbClr val="2563EB"/>
                </a:solidFill>
                <a:latin typeface="PingFang SC"/>
                <a:ea typeface="PingFang SC"/>
                <a:cs typeface="PingFang SC"/>
              </a:rPr>
              <a:t>预测类型</a:t>
            </a:r>
          </a:p>
        </p:txBody>
      </p:sp>
      <p:sp>
        <p:nvSpPr>
          <p:cNvPr id="9" name="矩形 8">
            <a:extLst>
              <a:ext uri="{FF2B5EF4-FFF2-40B4-BE49-F238E27FC236}">
                <a16:creationId xmlns:a16="http://schemas.microsoft.com/office/drawing/2014/main" id="{781B6436-E118-491C-8321-26526BFE1EC9}"/>
              </a:ext>
            </a:extLst>
          </p:cNvPr>
          <p:cNvSpPr>
            <a:spLocks noGrp="1"/>
          </p:cNvSpPr>
          <p:nvPr/>
        </p:nvSpPr>
        <p:spPr>
          <a:xfrm>
            <a:off x="8667750" y="2228850"/>
            <a:ext cx="1428750" cy="247650"/>
          </a:xfrm>
          <a:prstGeom prst="rect">
            <a:avLst/>
          </a:prstGeom>
          <a:noFill/>
          <a:ln w="0">
            <a:noFill/>
            <a:prstDash val="solid"/>
          </a:ln>
        </p:spPr>
        <p:txBody>
          <a:bodyPr lIns="19050" tIns="19050" rIns="19050" bIns="19050" anchor="t">
            <a:normAutofit/>
          </a:bodyPr>
          <a:lstStyle/>
          <a:p>
            <a:pPr algn="l">
              <a:lnSpc>
                <a:spcPct val="110000"/>
              </a:lnSpc>
              <a:buNone/>
              <a:defRPr sz="1200" b="1">
                <a:solidFill>
                  <a:srgbClr val="2563EB"/>
                </a:solidFill>
                <a:latin typeface="PingFang SC"/>
                <a:ea typeface="PingFang SC"/>
                <a:cs typeface="PingFang SC"/>
              </a:defRPr>
            </a:pPr>
            <a:r>
              <a:rPr sz="1200" b="1">
                <a:solidFill>
                  <a:srgbClr val="2563EB"/>
                </a:solidFill>
                <a:latin typeface="PingFang SC"/>
                <a:ea typeface="PingFang SC"/>
                <a:cs typeface="PingFang SC"/>
              </a:rPr>
              <a:t>初步风险直觉</a:t>
            </a:r>
          </a:p>
        </p:txBody>
      </p:sp>
      <p:sp>
        <p:nvSpPr>
          <p:cNvPr id="10" name="矩形 9">
            <a:extLst>
              <a:ext uri="{FF2B5EF4-FFF2-40B4-BE49-F238E27FC236}">
                <a16:creationId xmlns:a16="http://schemas.microsoft.com/office/drawing/2014/main" id="{C0440FEF-6084-41B7-BA29-06456B8ED4E2}"/>
              </a:ext>
            </a:extLst>
          </p:cNvPr>
          <p:cNvSpPr>
            <a:spLocks noGrp="1"/>
          </p:cNvSpPr>
          <p:nvPr/>
        </p:nvSpPr>
        <p:spPr>
          <a:xfrm>
            <a:off x="838200" y="2590800"/>
            <a:ext cx="10363200" cy="400050"/>
          </a:xfrm>
          <a:prstGeom prst="rect">
            <a:avLst/>
          </a:prstGeom>
          <a:solidFill>
            <a:srgbClr val="F8FAFC"/>
          </a:solidFill>
          <a:ln w="0">
            <a:noFill/>
            <a:prstDash val="solid"/>
          </a:ln>
        </p:spPr>
        <p:txBody>
          <a:bodyPr/>
          <a:lstStyle/>
          <a:p>
            <a:endParaRPr lang="zh-CN" altLang="en-US"/>
          </a:p>
        </p:txBody>
      </p:sp>
      <p:sp>
        <p:nvSpPr>
          <p:cNvPr id="11" name="矩形 10">
            <a:extLst>
              <a:ext uri="{FF2B5EF4-FFF2-40B4-BE49-F238E27FC236}">
                <a16:creationId xmlns:a16="http://schemas.microsoft.com/office/drawing/2014/main" id="{782FF6C4-9507-4479-B19B-DE2C84E76C5D}"/>
              </a:ext>
            </a:extLst>
          </p:cNvPr>
          <p:cNvSpPr>
            <a:spLocks noGrp="1"/>
          </p:cNvSpPr>
          <p:nvPr/>
        </p:nvSpPr>
        <p:spPr>
          <a:xfrm>
            <a:off x="857250" y="2667000"/>
            <a:ext cx="762000" cy="228600"/>
          </a:xfrm>
          <a:prstGeom prst="rect">
            <a:avLst/>
          </a:prstGeom>
          <a:noFill/>
          <a:ln w="0">
            <a:noFill/>
            <a:prstDash val="solid"/>
          </a:ln>
        </p:spPr>
        <p:txBody>
          <a:bodyPr lIns="19050" tIns="19050" rIns="19050" bIns="19050" anchor="t">
            <a:normAutofit/>
          </a:bodyPr>
          <a:lstStyle/>
          <a:p>
            <a:pPr algn="l">
              <a:lnSpc>
                <a:spcPct val="110000"/>
              </a:lnSpc>
              <a:buNone/>
              <a:defRPr sz="1125" b="1">
                <a:solidFill>
                  <a:srgbClr val="172033"/>
                </a:solidFill>
                <a:latin typeface="PingFang SC"/>
                <a:ea typeface="PingFang SC"/>
                <a:cs typeface="PingFang SC"/>
              </a:defRPr>
            </a:pPr>
            <a:r>
              <a:rPr sz="1125" b="1">
                <a:solidFill>
                  <a:srgbClr val="172033"/>
                </a:solidFill>
                <a:latin typeface="PingFang SC"/>
                <a:ea typeface="PingFang SC"/>
                <a:cs typeface="PingFang SC"/>
              </a:rPr>
              <a:t>FB-001</a:t>
            </a:r>
          </a:p>
        </p:txBody>
      </p:sp>
      <p:sp>
        <p:nvSpPr>
          <p:cNvPr id="12" name="矩形 11">
            <a:extLst>
              <a:ext uri="{FF2B5EF4-FFF2-40B4-BE49-F238E27FC236}">
                <a16:creationId xmlns:a16="http://schemas.microsoft.com/office/drawing/2014/main" id="{1C4C66F9-A916-43E6-8FFC-0DC3645ED6EB}"/>
              </a:ext>
            </a:extLst>
          </p:cNvPr>
          <p:cNvSpPr>
            <a:spLocks noGrp="1"/>
          </p:cNvSpPr>
          <p:nvPr/>
        </p:nvSpPr>
        <p:spPr>
          <a:xfrm>
            <a:off x="1809750" y="2667000"/>
            <a:ext cx="1619250" cy="228600"/>
          </a:xfrm>
          <a:prstGeom prst="rect">
            <a:avLst/>
          </a:prstGeom>
          <a:noFill/>
          <a:ln w="0">
            <a:noFill/>
            <a:prstDash val="solid"/>
          </a:ln>
        </p:spPr>
        <p:txBody>
          <a:bodyPr lIns="19050" tIns="19050" rIns="19050" bIns="19050" anchor="t">
            <a:normAutofit/>
          </a:bodyPr>
          <a:lstStyle/>
          <a:p>
            <a:pPr algn="l">
              <a:lnSpc>
                <a:spcPct val="110000"/>
              </a:lnSpc>
              <a:buNone/>
              <a:defRPr sz="1125" b="0">
                <a:solidFill>
                  <a:srgbClr val="172033"/>
                </a:solidFill>
                <a:latin typeface="PingFang SC"/>
                <a:ea typeface="PingFang SC"/>
                <a:cs typeface="PingFang SC"/>
              </a:defRPr>
            </a:pPr>
            <a:r>
              <a:rPr sz="1125" b="0">
                <a:solidFill>
                  <a:srgbClr val="172033"/>
                </a:solidFill>
                <a:latin typeface="PingFang SC"/>
                <a:ea typeface="PingFang SC"/>
                <a:cs typeface="PingFang SC"/>
              </a:rPr>
              <a:t>people says</a:t>
            </a:r>
          </a:p>
        </p:txBody>
      </p:sp>
      <p:sp>
        <p:nvSpPr>
          <p:cNvPr id="13" name="矩形 12">
            <a:extLst>
              <a:ext uri="{FF2B5EF4-FFF2-40B4-BE49-F238E27FC236}">
                <a16:creationId xmlns:a16="http://schemas.microsoft.com/office/drawing/2014/main" id="{2BC15357-EEBA-4519-876B-D089FDCC1BF8}"/>
              </a:ext>
            </a:extLst>
          </p:cNvPr>
          <p:cNvSpPr>
            <a:spLocks noGrp="1"/>
          </p:cNvSpPr>
          <p:nvPr/>
        </p:nvSpPr>
        <p:spPr>
          <a:xfrm>
            <a:off x="3619500" y="2667000"/>
            <a:ext cx="3143250" cy="228600"/>
          </a:xfrm>
          <a:prstGeom prst="rect">
            <a:avLst/>
          </a:prstGeom>
          <a:noFill/>
          <a:ln w="0">
            <a:noFill/>
            <a:prstDash val="solid"/>
          </a:ln>
        </p:spPr>
        <p:txBody>
          <a:bodyPr lIns="19050" tIns="19050" rIns="19050" bIns="19050" anchor="t">
            <a:normAutofit/>
          </a:bodyPr>
          <a:lstStyle/>
          <a:p>
            <a:pPr algn="l">
              <a:lnSpc>
                <a:spcPct val="110000"/>
              </a:lnSpc>
              <a:buNone/>
              <a:defRPr sz="1125" b="0">
                <a:solidFill>
                  <a:srgbClr val="172033"/>
                </a:solidFill>
                <a:latin typeface="PingFang SC"/>
                <a:ea typeface="PingFang SC"/>
                <a:cs typeface="PingFang SC"/>
              </a:defRPr>
            </a:pPr>
            <a:r>
              <a:rPr sz="1125" b="0">
                <a:solidFill>
                  <a:srgbClr val="172033"/>
                </a:solidFill>
                <a:latin typeface="PingFang SC"/>
                <a:ea typeface="PingFang SC"/>
                <a:cs typeface="PingFang SC"/>
              </a:rPr>
              <a:t>Change to “people say”.</a:t>
            </a:r>
          </a:p>
        </p:txBody>
      </p:sp>
      <p:sp>
        <p:nvSpPr>
          <p:cNvPr id="14" name="矩形 13">
            <a:extLst>
              <a:ext uri="{FF2B5EF4-FFF2-40B4-BE49-F238E27FC236}">
                <a16:creationId xmlns:a16="http://schemas.microsoft.com/office/drawing/2014/main" id="{29698989-871C-4114-A8FD-04E7EA5B436A}"/>
              </a:ext>
            </a:extLst>
          </p:cNvPr>
          <p:cNvSpPr>
            <a:spLocks noGrp="1"/>
          </p:cNvSpPr>
          <p:nvPr/>
        </p:nvSpPr>
        <p:spPr>
          <a:xfrm>
            <a:off x="7000875" y="2667000"/>
            <a:ext cx="1238250" cy="228600"/>
          </a:xfrm>
          <a:prstGeom prst="rect">
            <a:avLst/>
          </a:prstGeom>
          <a:noFill/>
          <a:ln w="0">
            <a:noFill/>
            <a:prstDash val="solid"/>
          </a:ln>
        </p:spPr>
        <p:txBody>
          <a:bodyPr lIns="19050" tIns="19050" rIns="19050" bIns="19050" anchor="t">
            <a:normAutofit/>
          </a:bodyPr>
          <a:lstStyle/>
          <a:p>
            <a:pPr algn="l">
              <a:lnSpc>
                <a:spcPct val="110000"/>
              </a:lnSpc>
              <a:buNone/>
              <a:defRPr sz="1125" b="0">
                <a:solidFill>
                  <a:srgbClr val="5B667A"/>
                </a:solidFill>
                <a:latin typeface="PingFang SC"/>
                <a:ea typeface="PingFang SC"/>
                <a:cs typeface="PingFang SC"/>
              </a:defRPr>
            </a:pPr>
            <a:r>
              <a:rPr sz="1125" b="0">
                <a:solidFill>
                  <a:srgbClr val="5B667A"/>
                </a:solidFill>
                <a:latin typeface="PingFang SC"/>
                <a:ea typeface="PingFang SC"/>
                <a:cs typeface="PingFang SC"/>
              </a:rPr>
              <a:t>grammar</a:t>
            </a:r>
          </a:p>
        </p:txBody>
      </p:sp>
      <p:sp>
        <p:nvSpPr>
          <p:cNvPr id="15" name="矩形 14">
            <a:extLst>
              <a:ext uri="{FF2B5EF4-FFF2-40B4-BE49-F238E27FC236}">
                <a16:creationId xmlns:a16="http://schemas.microsoft.com/office/drawing/2014/main" id="{B80FDE56-2EBB-4F45-BA27-655F9585A32D}"/>
              </a:ext>
            </a:extLst>
          </p:cNvPr>
          <p:cNvSpPr>
            <a:spLocks noGrp="1"/>
          </p:cNvSpPr>
          <p:nvPr/>
        </p:nvSpPr>
        <p:spPr>
          <a:xfrm>
            <a:off x="8667750" y="2667000"/>
            <a:ext cx="2095500" cy="228600"/>
          </a:xfrm>
          <a:prstGeom prst="rect">
            <a:avLst/>
          </a:prstGeom>
          <a:noFill/>
          <a:ln w="0">
            <a:noFill/>
            <a:prstDash val="solid"/>
          </a:ln>
        </p:spPr>
        <p:txBody>
          <a:bodyPr lIns="19050" tIns="19050" rIns="19050" bIns="19050" anchor="t">
            <a:normAutofit/>
          </a:bodyPr>
          <a:lstStyle/>
          <a:p>
            <a:pPr algn="l">
              <a:lnSpc>
                <a:spcPct val="110000"/>
              </a:lnSpc>
              <a:buNone/>
              <a:defRPr sz="1125" b="0">
                <a:solidFill>
                  <a:srgbClr val="16A34A"/>
                </a:solidFill>
                <a:latin typeface="PingFang SC"/>
                <a:ea typeface="PingFang SC"/>
                <a:cs typeface="PingFang SC"/>
              </a:defRPr>
            </a:pPr>
            <a:r>
              <a:rPr sz="1125" b="0">
                <a:solidFill>
                  <a:srgbClr val="16A34A"/>
                </a:solidFill>
                <a:latin typeface="PingFang SC"/>
                <a:ea typeface="PingFang SC"/>
                <a:cs typeface="PingFang SC"/>
              </a:rPr>
              <a:t>低风险局部语法</a:t>
            </a:r>
          </a:p>
        </p:txBody>
      </p:sp>
      <p:sp>
        <p:nvSpPr>
          <p:cNvPr id="16" name="矩形 15">
            <a:extLst>
              <a:ext uri="{FF2B5EF4-FFF2-40B4-BE49-F238E27FC236}">
                <a16:creationId xmlns:a16="http://schemas.microsoft.com/office/drawing/2014/main" id="{B1BC9851-647B-42B0-9169-4D3A3D2A21F5}"/>
              </a:ext>
            </a:extLst>
          </p:cNvPr>
          <p:cNvSpPr>
            <a:spLocks noGrp="1"/>
          </p:cNvSpPr>
          <p:nvPr/>
        </p:nvSpPr>
        <p:spPr>
          <a:xfrm>
            <a:off x="838200" y="3086100"/>
            <a:ext cx="10363200" cy="400050"/>
          </a:xfrm>
          <a:prstGeom prst="rect">
            <a:avLst/>
          </a:prstGeom>
          <a:solidFill>
            <a:srgbClr val="FFFFFF"/>
          </a:solidFill>
          <a:ln w="0">
            <a:noFill/>
            <a:prstDash val="solid"/>
          </a:ln>
        </p:spPr>
        <p:txBody>
          <a:bodyPr/>
          <a:lstStyle/>
          <a:p>
            <a:endParaRPr lang="zh-CN" altLang="en-US"/>
          </a:p>
        </p:txBody>
      </p:sp>
      <p:sp>
        <p:nvSpPr>
          <p:cNvPr id="17" name="矩形 16">
            <a:extLst>
              <a:ext uri="{FF2B5EF4-FFF2-40B4-BE49-F238E27FC236}">
                <a16:creationId xmlns:a16="http://schemas.microsoft.com/office/drawing/2014/main" id="{7CABE326-3109-45E6-A02E-60E057A94842}"/>
              </a:ext>
            </a:extLst>
          </p:cNvPr>
          <p:cNvSpPr>
            <a:spLocks noGrp="1"/>
          </p:cNvSpPr>
          <p:nvPr/>
        </p:nvSpPr>
        <p:spPr>
          <a:xfrm>
            <a:off x="857250" y="3162300"/>
            <a:ext cx="762000" cy="228600"/>
          </a:xfrm>
          <a:prstGeom prst="rect">
            <a:avLst/>
          </a:prstGeom>
          <a:noFill/>
          <a:ln w="0">
            <a:noFill/>
            <a:prstDash val="solid"/>
          </a:ln>
        </p:spPr>
        <p:txBody>
          <a:bodyPr lIns="19050" tIns="19050" rIns="19050" bIns="19050" anchor="t">
            <a:normAutofit/>
          </a:bodyPr>
          <a:lstStyle/>
          <a:p>
            <a:pPr algn="l">
              <a:lnSpc>
                <a:spcPct val="110000"/>
              </a:lnSpc>
              <a:buNone/>
              <a:defRPr sz="1125" b="1">
                <a:solidFill>
                  <a:srgbClr val="172033"/>
                </a:solidFill>
                <a:latin typeface="PingFang SC"/>
                <a:ea typeface="PingFang SC"/>
                <a:cs typeface="PingFang SC"/>
              </a:defRPr>
            </a:pPr>
            <a:r>
              <a:rPr sz="1125" b="1">
                <a:solidFill>
                  <a:srgbClr val="172033"/>
                </a:solidFill>
                <a:latin typeface="PingFang SC"/>
                <a:ea typeface="PingFang SC"/>
                <a:cs typeface="PingFang SC"/>
              </a:rPr>
              <a:t>FB-002</a:t>
            </a:r>
          </a:p>
        </p:txBody>
      </p:sp>
      <p:sp>
        <p:nvSpPr>
          <p:cNvPr id="18" name="矩形 17">
            <a:extLst>
              <a:ext uri="{FF2B5EF4-FFF2-40B4-BE49-F238E27FC236}">
                <a16:creationId xmlns:a16="http://schemas.microsoft.com/office/drawing/2014/main" id="{ADDAD086-3907-427F-B163-06233D7ECAF3}"/>
              </a:ext>
            </a:extLst>
          </p:cNvPr>
          <p:cNvSpPr>
            <a:spLocks noGrp="1"/>
          </p:cNvSpPr>
          <p:nvPr/>
        </p:nvSpPr>
        <p:spPr>
          <a:xfrm>
            <a:off x="1809750" y="3162300"/>
            <a:ext cx="1619250" cy="228600"/>
          </a:xfrm>
          <a:prstGeom prst="rect">
            <a:avLst/>
          </a:prstGeom>
          <a:noFill/>
          <a:ln w="0">
            <a:noFill/>
            <a:prstDash val="solid"/>
          </a:ln>
        </p:spPr>
        <p:txBody>
          <a:bodyPr lIns="19050" tIns="19050" rIns="19050" bIns="19050" anchor="t">
            <a:normAutofit fontScale="88877"/>
          </a:bodyPr>
          <a:lstStyle/>
          <a:p>
            <a:pPr algn="l">
              <a:lnSpc>
                <a:spcPct val="110000"/>
              </a:lnSpc>
              <a:buNone/>
              <a:defRPr sz="1125" b="0">
                <a:solidFill>
                  <a:srgbClr val="172033"/>
                </a:solidFill>
                <a:latin typeface="PingFang SC"/>
                <a:ea typeface="PingFang SC"/>
                <a:cs typeface="PingFang SC"/>
              </a:defRPr>
            </a:pPr>
            <a:r>
              <a:rPr sz="1125" b="0">
                <a:solidFill>
                  <a:srgbClr val="172033"/>
                </a:solidFill>
                <a:latin typeface="PingFang SC"/>
                <a:ea typeface="PingFang SC"/>
                <a:cs typeface="PingFang SC"/>
              </a:rPr>
              <a:t>remember different culture</a:t>
            </a:r>
          </a:p>
        </p:txBody>
      </p:sp>
      <p:sp>
        <p:nvSpPr>
          <p:cNvPr id="19" name="矩形 18">
            <a:extLst>
              <a:ext uri="{FF2B5EF4-FFF2-40B4-BE49-F238E27FC236}">
                <a16:creationId xmlns:a16="http://schemas.microsoft.com/office/drawing/2014/main" id="{B965D5AD-33B8-4283-8DA5-DC489C1C7CD9}"/>
              </a:ext>
            </a:extLst>
          </p:cNvPr>
          <p:cNvSpPr>
            <a:spLocks noGrp="1"/>
          </p:cNvSpPr>
          <p:nvPr/>
        </p:nvSpPr>
        <p:spPr>
          <a:xfrm>
            <a:off x="3619500" y="3162300"/>
            <a:ext cx="3143250" cy="228600"/>
          </a:xfrm>
          <a:prstGeom prst="rect">
            <a:avLst/>
          </a:prstGeom>
          <a:noFill/>
          <a:ln w="0">
            <a:noFill/>
            <a:prstDash val="solid"/>
          </a:ln>
        </p:spPr>
        <p:txBody>
          <a:bodyPr lIns="19050" tIns="19050" rIns="19050" bIns="19050" anchor="t">
            <a:normAutofit/>
          </a:bodyPr>
          <a:lstStyle/>
          <a:p>
            <a:pPr algn="l">
              <a:lnSpc>
                <a:spcPct val="110000"/>
              </a:lnSpc>
              <a:buNone/>
              <a:defRPr sz="1125" b="0">
                <a:solidFill>
                  <a:srgbClr val="172033"/>
                </a:solidFill>
                <a:latin typeface="PingFang SC"/>
                <a:ea typeface="PingFang SC"/>
                <a:cs typeface="PingFang SC"/>
              </a:defRPr>
            </a:pPr>
            <a:r>
              <a:rPr sz="1125" b="0">
                <a:solidFill>
                  <a:srgbClr val="172033"/>
                </a:solidFill>
                <a:latin typeface="PingFang SC"/>
                <a:ea typeface="PingFang SC"/>
                <a:cs typeface="PingFang SC"/>
              </a:rPr>
              <a:t>Change to “learned different cultures”.</a:t>
            </a:r>
          </a:p>
        </p:txBody>
      </p:sp>
      <p:sp>
        <p:nvSpPr>
          <p:cNvPr id="20" name="矩形 19">
            <a:extLst>
              <a:ext uri="{FF2B5EF4-FFF2-40B4-BE49-F238E27FC236}">
                <a16:creationId xmlns:a16="http://schemas.microsoft.com/office/drawing/2014/main" id="{B17963B0-84D9-46EC-9CE3-2231751C50AA}"/>
              </a:ext>
            </a:extLst>
          </p:cNvPr>
          <p:cNvSpPr>
            <a:spLocks noGrp="1"/>
          </p:cNvSpPr>
          <p:nvPr/>
        </p:nvSpPr>
        <p:spPr>
          <a:xfrm>
            <a:off x="7000875" y="3162300"/>
            <a:ext cx="1238250" cy="228600"/>
          </a:xfrm>
          <a:prstGeom prst="rect">
            <a:avLst/>
          </a:prstGeom>
          <a:noFill/>
          <a:ln w="0">
            <a:noFill/>
            <a:prstDash val="solid"/>
          </a:ln>
        </p:spPr>
        <p:txBody>
          <a:bodyPr lIns="19050" tIns="19050" rIns="19050" bIns="19050" anchor="t">
            <a:normAutofit/>
          </a:bodyPr>
          <a:lstStyle/>
          <a:p>
            <a:pPr algn="l">
              <a:lnSpc>
                <a:spcPct val="110000"/>
              </a:lnSpc>
              <a:buNone/>
              <a:defRPr sz="1125" b="0">
                <a:solidFill>
                  <a:srgbClr val="5B667A"/>
                </a:solidFill>
                <a:latin typeface="PingFang SC"/>
                <a:ea typeface="PingFang SC"/>
                <a:cs typeface="PingFang SC"/>
              </a:defRPr>
            </a:pPr>
            <a:r>
              <a:rPr sz="1125" b="0">
                <a:solidFill>
                  <a:srgbClr val="5B667A"/>
                </a:solidFill>
                <a:latin typeface="PingFang SC"/>
                <a:ea typeface="PingFang SC"/>
                <a:cs typeface="PingFang SC"/>
              </a:rPr>
              <a:t>vocabulary</a:t>
            </a:r>
          </a:p>
        </p:txBody>
      </p:sp>
      <p:sp>
        <p:nvSpPr>
          <p:cNvPr id="21" name="矩形 20">
            <a:extLst>
              <a:ext uri="{FF2B5EF4-FFF2-40B4-BE49-F238E27FC236}">
                <a16:creationId xmlns:a16="http://schemas.microsoft.com/office/drawing/2014/main" id="{704BC1C8-50E7-4ECD-80FA-07232990C8DD}"/>
              </a:ext>
            </a:extLst>
          </p:cNvPr>
          <p:cNvSpPr>
            <a:spLocks noGrp="1"/>
          </p:cNvSpPr>
          <p:nvPr/>
        </p:nvSpPr>
        <p:spPr>
          <a:xfrm>
            <a:off x="8667750" y="3162300"/>
            <a:ext cx="2095500" cy="228600"/>
          </a:xfrm>
          <a:prstGeom prst="rect">
            <a:avLst/>
          </a:prstGeom>
          <a:noFill/>
          <a:ln w="0">
            <a:noFill/>
            <a:prstDash val="solid"/>
          </a:ln>
        </p:spPr>
        <p:txBody>
          <a:bodyPr lIns="19050" tIns="19050" rIns="19050" bIns="19050" anchor="t">
            <a:normAutofit/>
          </a:bodyPr>
          <a:lstStyle/>
          <a:p>
            <a:pPr algn="l">
              <a:lnSpc>
                <a:spcPct val="110000"/>
              </a:lnSpc>
              <a:buNone/>
              <a:defRPr sz="1125" b="0">
                <a:solidFill>
                  <a:srgbClr val="DC2626"/>
                </a:solidFill>
                <a:latin typeface="PingFang SC"/>
                <a:ea typeface="PingFang SC"/>
                <a:cs typeface="PingFang SC"/>
              </a:defRPr>
            </a:pPr>
            <a:r>
              <a:rPr sz="1125" b="0">
                <a:solidFill>
                  <a:srgbClr val="DC2626"/>
                </a:solidFill>
                <a:latin typeface="PingFang SC"/>
                <a:ea typeface="PingFang SC"/>
                <a:cs typeface="PingFang SC"/>
              </a:rPr>
              <a:t>可能改变原意</a:t>
            </a:r>
          </a:p>
        </p:txBody>
      </p:sp>
      <p:sp>
        <p:nvSpPr>
          <p:cNvPr id="22" name="矩形 21">
            <a:extLst>
              <a:ext uri="{FF2B5EF4-FFF2-40B4-BE49-F238E27FC236}">
                <a16:creationId xmlns:a16="http://schemas.microsoft.com/office/drawing/2014/main" id="{F0DD6EDB-3CB3-480B-B164-F15F09FEE9A5}"/>
              </a:ext>
            </a:extLst>
          </p:cNvPr>
          <p:cNvSpPr>
            <a:spLocks noGrp="1"/>
          </p:cNvSpPr>
          <p:nvPr/>
        </p:nvSpPr>
        <p:spPr>
          <a:xfrm>
            <a:off x="838200" y="3581400"/>
            <a:ext cx="10363200" cy="400050"/>
          </a:xfrm>
          <a:prstGeom prst="rect">
            <a:avLst/>
          </a:prstGeom>
          <a:solidFill>
            <a:srgbClr val="F8FAFC"/>
          </a:solidFill>
          <a:ln w="0">
            <a:noFill/>
            <a:prstDash val="solid"/>
          </a:ln>
        </p:spPr>
        <p:txBody>
          <a:bodyPr/>
          <a:lstStyle/>
          <a:p>
            <a:endParaRPr lang="zh-CN" altLang="en-US"/>
          </a:p>
        </p:txBody>
      </p:sp>
      <p:sp>
        <p:nvSpPr>
          <p:cNvPr id="23" name="矩形 22">
            <a:extLst>
              <a:ext uri="{FF2B5EF4-FFF2-40B4-BE49-F238E27FC236}">
                <a16:creationId xmlns:a16="http://schemas.microsoft.com/office/drawing/2014/main" id="{C00B88AF-AFA7-4CE0-9E5D-0B15420808CD}"/>
              </a:ext>
            </a:extLst>
          </p:cNvPr>
          <p:cNvSpPr>
            <a:spLocks noGrp="1"/>
          </p:cNvSpPr>
          <p:nvPr/>
        </p:nvSpPr>
        <p:spPr>
          <a:xfrm>
            <a:off x="857250" y="3657600"/>
            <a:ext cx="762000" cy="228600"/>
          </a:xfrm>
          <a:prstGeom prst="rect">
            <a:avLst/>
          </a:prstGeom>
          <a:noFill/>
          <a:ln w="0">
            <a:noFill/>
            <a:prstDash val="solid"/>
          </a:ln>
        </p:spPr>
        <p:txBody>
          <a:bodyPr lIns="19050" tIns="19050" rIns="19050" bIns="19050" anchor="t">
            <a:normAutofit/>
          </a:bodyPr>
          <a:lstStyle/>
          <a:p>
            <a:pPr algn="l">
              <a:lnSpc>
                <a:spcPct val="110000"/>
              </a:lnSpc>
              <a:buNone/>
              <a:defRPr sz="1125" b="1">
                <a:solidFill>
                  <a:srgbClr val="172033"/>
                </a:solidFill>
                <a:latin typeface="PingFang SC"/>
                <a:ea typeface="PingFang SC"/>
                <a:cs typeface="PingFang SC"/>
              </a:defRPr>
            </a:pPr>
            <a:r>
              <a:rPr sz="1125" b="1">
                <a:solidFill>
                  <a:srgbClr val="172033"/>
                </a:solidFill>
                <a:latin typeface="PingFang SC"/>
                <a:ea typeface="PingFang SC"/>
                <a:cs typeface="PingFang SC"/>
              </a:rPr>
              <a:t>FB-003</a:t>
            </a:r>
          </a:p>
        </p:txBody>
      </p:sp>
      <p:sp>
        <p:nvSpPr>
          <p:cNvPr id="24" name="矩形 23">
            <a:extLst>
              <a:ext uri="{FF2B5EF4-FFF2-40B4-BE49-F238E27FC236}">
                <a16:creationId xmlns:a16="http://schemas.microsoft.com/office/drawing/2014/main" id="{BEF786DA-3A44-4F67-ADDD-7963781068CD}"/>
              </a:ext>
            </a:extLst>
          </p:cNvPr>
          <p:cNvSpPr>
            <a:spLocks noGrp="1"/>
          </p:cNvSpPr>
          <p:nvPr/>
        </p:nvSpPr>
        <p:spPr>
          <a:xfrm>
            <a:off x="1809750" y="3657600"/>
            <a:ext cx="1619250" cy="228600"/>
          </a:xfrm>
          <a:prstGeom prst="rect">
            <a:avLst/>
          </a:prstGeom>
          <a:noFill/>
          <a:ln w="0">
            <a:noFill/>
            <a:prstDash val="solid"/>
          </a:ln>
        </p:spPr>
        <p:txBody>
          <a:bodyPr lIns="19050" tIns="19050" rIns="19050" bIns="19050" anchor="t">
            <a:normAutofit/>
          </a:bodyPr>
          <a:lstStyle/>
          <a:p>
            <a:pPr algn="l">
              <a:lnSpc>
                <a:spcPct val="110000"/>
              </a:lnSpc>
              <a:buNone/>
              <a:defRPr sz="1125" b="0">
                <a:solidFill>
                  <a:srgbClr val="172033"/>
                </a:solidFill>
                <a:latin typeface="PingFang SC"/>
                <a:ea typeface="PingFang SC"/>
                <a:cs typeface="PingFang SC"/>
              </a:defRPr>
            </a:pPr>
            <a:r>
              <a:rPr sz="1125" b="0">
                <a:solidFill>
                  <a:srgbClr val="172033"/>
                </a:solidFill>
                <a:latin typeface="PingFang SC"/>
                <a:ea typeface="PingFang SC"/>
                <a:cs typeface="PingFang SC"/>
              </a:rPr>
              <a:t>many evidence</a:t>
            </a:r>
          </a:p>
        </p:txBody>
      </p:sp>
      <p:sp>
        <p:nvSpPr>
          <p:cNvPr id="25" name="矩形 24">
            <a:extLst>
              <a:ext uri="{FF2B5EF4-FFF2-40B4-BE49-F238E27FC236}">
                <a16:creationId xmlns:a16="http://schemas.microsoft.com/office/drawing/2014/main" id="{FAC94AB8-F4B8-42B3-82AC-9720FABADD23}"/>
              </a:ext>
            </a:extLst>
          </p:cNvPr>
          <p:cNvSpPr>
            <a:spLocks noGrp="1"/>
          </p:cNvSpPr>
          <p:nvPr/>
        </p:nvSpPr>
        <p:spPr>
          <a:xfrm>
            <a:off x="3619500" y="3657600"/>
            <a:ext cx="3143250" cy="228600"/>
          </a:xfrm>
          <a:prstGeom prst="rect">
            <a:avLst/>
          </a:prstGeom>
          <a:noFill/>
          <a:ln w="0">
            <a:noFill/>
            <a:prstDash val="solid"/>
          </a:ln>
        </p:spPr>
        <p:txBody>
          <a:bodyPr lIns="19050" tIns="19050" rIns="19050" bIns="19050" anchor="t">
            <a:normAutofit/>
          </a:bodyPr>
          <a:lstStyle/>
          <a:p>
            <a:pPr algn="l">
              <a:lnSpc>
                <a:spcPct val="110000"/>
              </a:lnSpc>
              <a:buNone/>
              <a:defRPr sz="1125" b="0">
                <a:solidFill>
                  <a:srgbClr val="172033"/>
                </a:solidFill>
                <a:latin typeface="PingFang SC"/>
                <a:ea typeface="PingFang SC"/>
                <a:cs typeface="PingFang SC"/>
              </a:defRPr>
            </a:pPr>
            <a:r>
              <a:rPr sz="1125" b="0">
                <a:solidFill>
                  <a:srgbClr val="172033"/>
                </a:solidFill>
                <a:latin typeface="PingFang SC"/>
                <a:ea typeface="PingFang SC"/>
                <a:cs typeface="PingFang SC"/>
              </a:rPr>
              <a:t>Change to “much evidence”.</a:t>
            </a:r>
          </a:p>
        </p:txBody>
      </p:sp>
      <p:sp>
        <p:nvSpPr>
          <p:cNvPr id="26" name="矩形 25">
            <a:extLst>
              <a:ext uri="{FF2B5EF4-FFF2-40B4-BE49-F238E27FC236}">
                <a16:creationId xmlns:a16="http://schemas.microsoft.com/office/drawing/2014/main" id="{D944F0B4-C359-4646-B7E9-980A3D31844D}"/>
              </a:ext>
            </a:extLst>
          </p:cNvPr>
          <p:cNvSpPr>
            <a:spLocks noGrp="1"/>
          </p:cNvSpPr>
          <p:nvPr/>
        </p:nvSpPr>
        <p:spPr>
          <a:xfrm>
            <a:off x="7000875" y="3657600"/>
            <a:ext cx="1238250" cy="228600"/>
          </a:xfrm>
          <a:prstGeom prst="rect">
            <a:avLst/>
          </a:prstGeom>
          <a:noFill/>
          <a:ln w="0">
            <a:noFill/>
            <a:prstDash val="solid"/>
          </a:ln>
        </p:spPr>
        <p:txBody>
          <a:bodyPr lIns="19050" tIns="19050" rIns="19050" bIns="19050" anchor="t">
            <a:normAutofit/>
          </a:bodyPr>
          <a:lstStyle/>
          <a:p>
            <a:pPr algn="l">
              <a:lnSpc>
                <a:spcPct val="110000"/>
              </a:lnSpc>
              <a:buNone/>
              <a:defRPr sz="1125" b="0">
                <a:solidFill>
                  <a:srgbClr val="5B667A"/>
                </a:solidFill>
                <a:latin typeface="PingFang SC"/>
                <a:ea typeface="PingFang SC"/>
                <a:cs typeface="PingFang SC"/>
              </a:defRPr>
            </a:pPr>
            <a:r>
              <a:rPr sz="1125" b="0">
                <a:solidFill>
                  <a:srgbClr val="5B667A"/>
                </a:solidFill>
                <a:latin typeface="PingFang SC"/>
                <a:ea typeface="PingFang SC"/>
                <a:cs typeface="PingFang SC"/>
              </a:rPr>
              <a:t>grammar</a:t>
            </a:r>
          </a:p>
        </p:txBody>
      </p:sp>
      <p:sp>
        <p:nvSpPr>
          <p:cNvPr id="27" name="矩形 26">
            <a:extLst>
              <a:ext uri="{FF2B5EF4-FFF2-40B4-BE49-F238E27FC236}">
                <a16:creationId xmlns:a16="http://schemas.microsoft.com/office/drawing/2014/main" id="{5DA67DA8-8737-43C3-A3B6-7D8034AD91F4}"/>
              </a:ext>
            </a:extLst>
          </p:cNvPr>
          <p:cNvSpPr>
            <a:spLocks noGrp="1"/>
          </p:cNvSpPr>
          <p:nvPr/>
        </p:nvSpPr>
        <p:spPr>
          <a:xfrm>
            <a:off x="8667750" y="3657600"/>
            <a:ext cx="2095500" cy="228600"/>
          </a:xfrm>
          <a:prstGeom prst="rect">
            <a:avLst/>
          </a:prstGeom>
          <a:noFill/>
          <a:ln w="0">
            <a:noFill/>
            <a:prstDash val="solid"/>
          </a:ln>
        </p:spPr>
        <p:txBody>
          <a:bodyPr lIns="19050" tIns="19050" rIns="19050" bIns="19050" anchor="t">
            <a:normAutofit/>
          </a:bodyPr>
          <a:lstStyle/>
          <a:p>
            <a:pPr algn="l">
              <a:lnSpc>
                <a:spcPct val="110000"/>
              </a:lnSpc>
              <a:buNone/>
              <a:defRPr sz="1125" b="0">
                <a:solidFill>
                  <a:srgbClr val="16A34A"/>
                </a:solidFill>
                <a:latin typeface="PingFang SC"/>
                <a:ea typeface="PingFang SC"/>
                <a:cs typeface="PingFang SC"/>
              </a:defRPr>
            </a:pPr>
            <a:r>
              <a:rPr sz="1125" b="0">
                <a:solidFill>
                  <a:srgbClr val="16A34A"/>
                </a:solidFill>
                <a:latin typeface="PingFang SC"/>
                <a:ea typeface="PingFang SC"/>
                <a:cs typeface="PingFang SC"/>
              </a:rPr>
              <a:t>局部搭配修正</a:t>
            </a:r>
          </a:p>
        </p:txBody>
      </p:sp>
      <p:sp>
        <p:nvSpPr>
          <p:cNvPr id="28" name="矩形 27">
            <a:extLst>
              <a:ext uri="{FF2B5EF4-FFF2-40B4-BE49-F238E27FC236}">
                <a16:creationId xmlns:a16="http://schemas.microsoft.com/office/drawing/2014/main" id="{AA4316C6-FE91-4003-8927-B7B936D04D00}"/>
              </a:ext>
            </a:extLst>
          </p:cNvPr>
          <p:cNvSpPr>
            <a:spLocks noGrp="1"/>
          </p:cNvSpPr>
          <p:nvPr/>
        </p:nvSpPr>
        <p:spPr>
          <a:xfrm>
            <a:off x="838200" y="4076700"/>
            <a:ext cx="10363200" cy="400050"/>
          </a:xfrm>
          <a:prstGeom prst="rect">
            <a:avLst/>
          </a:prstGeom>
          <a:solidFill>
            <a:srgbClr val="FFFFFF"/>
          </a:solidFill>
          <a:ln w="0">
            <a:noFill/>
            <a:prstDash val="solid"/>
          </a:ln>
        </p:spPr>
        <p:txBody>
          <a:bodyPr/>
          <a:lstStyle/>
          <a:p>
            <a:endParaRPr lang="zh-CN" altLang="en-US"/>
          </a:p>
        </p:txBody>
      </p:sp>
      <p:sp>
        <p:nvSpPr>
          <p:cNvPr id="29" name="矩形 28">
            <a:extLst>
              <a:ext uri="{FF2B5EF4-FFF2-40B4-BE49-F238E27FC236}">
                <a16:creationId xmlns:a16="http://schemas.microsoft.com/office/drawing/2014/main" id="{6346CADE-ECE3-48A2-8734-0FB958062AC5}"/>
              </a:ext>
            </a:extLst>
          </p:cNvPr>
          <p:cNvSpPr>
            <a:spLocks noGrp="1"/>
          </p:cNvSpPr>
          <p:nvPr/>
        </p:nvSpPr>
        <p:spPr>
          <a:xfrm>
            <a:off x="857250" y="4152900"/>
            <a:ext cx="762000" cy="228600"/>
          </a:xfrm>
          <a:prstGeom prst="rect">
            <a:avLst/>
          </a:prstGeom>
          <a:noFill/>
          <a:ln w="0">
            <a:noFill/>
            <a:prstDash val="solid"/>
          </a:ln>
        </p:spPr>
        <p:txBody>
          <a:bodyPr lIns="19050" tIns="19050" rIns="19050" bIns="19050" anchor="t">
            <a:normAutofit/>
          </a:bodyPr>
          <a:lstStyle/>
          <a:p>
            <a:pPr algn="l">
              <a:lnSpc>
                <a:spcPct val="110000"/>
              </a:lnSpc>
              <a:buNone/>
              <a:defRPr sz="1125" b="1">
                <a:solidFill>
                  <a:srgbClr val="172033"/>
                </a:solidFill>
                <a:latin typeface="PingFang SC"/>
                <a:ea typeface="PingFang SC"/>
                <a:cs typeface="PingFang SC"/>
              </a:defRPr>
            </a:pPr>
            <a:r>
              <a:rPr sz="1125" b="1">
                <a:solidFill>
                  <a:srgbClr val="172033"/>
                </a:solidFill>
                <a:latin typeface="PingFang SC"/>
                <a:ea typeface="PingFang SC"/>
                <a:cs typeface="PingFang SC"/>
              </a:rPr>
              <a:t>FB-004</a:t>
            </a:r>
          </a:p>
        </p:txBody>
      </p:sp>
      <p:sp>
        <p:nvSpPr>
          <p:cNvPr id="30" name="矩形 29">
            <a:extLst>
              <a:ext uri="{FF2B5EF4-FFF2-40B4-BE49-F238E27FC236}">
                <a16:creationId xmlns:a16="http://schemas.microsoft.com/office/drawing/2014/main" id="{B9805837-701C-4943-B862-7C790C74B5E8}"/>
              </a:ext>
            </a:extLst>
          </p:cNvPr>
          <p:cNvSpPr>
            <a:spLocks noGrp="1"/>
          </p:cNvSpPr>
          <p:nvPr/>
        </p:nvSpPr>
        <p:spPr>
          <a:xfrm>
            <a:off x="1809750" y="4152900"/>
            <a:ext cx="1619250" cy="228600"/>
          </a:xfrm>
          <a:prstGeom prst="rect">
            <a:avLst/>
          </a:prstGeom>
          <a:noFill/>
          <a:ln w="0">
            <a:noFill/>
            <a:prstDash val="solid"/>
          </a:ln>
        </p:spPr>
        <p:txBody>
          <a:bodyPr lIns="19050" tIns="19050" rIns="19050" bIns="19050" anchor="t">
            <a:normAutofit/>
          </a:bodyPr>
          <a:lstStyle/>
          <a:p>
            <a:pPr algn="l">
              <a:lnSpc>
                <a:spcPct val="110000"/>
              </a:lnSpc>
              <a:buNone/>
              <a:defRPr sz="1125" b="0">
                <a:solidFill>
                  <a:srgbClr val="172033"/>
                </a:solidFill>
                <a:latin typeface="PingFang SC"/>
                <a:ea typeface="PingFang SC"/>
                <a:cs typeface="PingFang SC"/>
              </a:defRPr>
            </a:pPr>
            <a:r>
              <a:rPr sz="1125" b="0">
                <a:solidFill>
                  <a:srgbClr val="172033"/>
                </a:solidFill>
                <a:latin typeface="PingFang SC"/>
                <a:ea typeface="PingFang SC"/>
                <a:cs typeface="PingFang SC"/>
              </a:rPr>
              <a:t>AI tools</a:t>
            </a:r>
          </a:p>
        </p:txBody>
      </p:sp>
      <p:sp>
        <p:nvSpPr>
          <p:cNvPr id="31" name="矩形 30">
            <a:extLst>
              <a:ext uri="{FF2B5EF4-FFF2-40B4-BE49-F238E27FC236}">
                <a16:creationId xmlns:a16="http://schemas.microsoft.com/office/drawing/2014/main" id="{30869828-7D79-4515-88B6-0BBF8DABBFCB}"/>
              </a:ext>
            </a:extLst>
          </p:cNvPr>
          <p:cNvSpPr>
            <a:spLocks noGrp="1"/>
          </p:cNvSpPr>
          <p:nvPr/>
        </p:nvSpPr>
        <p:spPr>
          <a:xfrm>
            <a:off x="3619500" y="4152900"/>
            <a:ext cx="3143250" cy="228600"/>
          </a:xfrm>
          <a:prstGeom prst="rect">
            <a:avLst/>
          </a:prstGeom>
          <a:noFill/>
          <a:ln w="0">
            <a:noFill/>
            <a:prstDash val="solid"/>
          </a:ln>
        </p:spPr>
        <p:txBody>
          <a:bodyPr lIns="19050" tIns="19050" rIns="19050" bIns="19050" anchor="t">
            <a:normAutofit fontScale="88263"/>
          </a:bodyPr>
          <a:lstStyle/>
          <a:p>
            <a:pPr algn="l">
              <a:lnSpc>
                <a:spcPct val="110000"/>
              </a:lnSpc>
              <a:buNone/>
              <a:defRPr sz="1125" b="0">
                <a:solidFill>
                  <a:srgbClr val="172033"/>
                </a:solidFill>
                <a:latin typeface="PingFang SC"/>
                <a:ea typeface="PingFang SC"/>
                <a:cs typeface="PingFang SC"/>
              </a:defRPr>
            </a:pPr>
            <a:r>
              <a:rPr sz="1125" b="0">
                <a:solidFill>
                  <a:srgbClr val="172033"/>
                </a:solidFill>
                <a:latin typeface="PingFang SC"/>
                <a:ea typeface="PingFang SC"/>
                <a:cs typeface="PingFang SC"/>
              </a:rPr>
              <a:t>Add: studies show AI improves exam scores by 40%.</a:t>
            </a:r>
          </a:p>
        </p:txBody>
      </p:sp>
      <p:sp>
        <p:nvSpPr>
          <p:cNvPr id="32" name="矩形 31">
            <a:extLst>
              <a:ext uri="{FF2B5EF4-FFF2-40B4-BE49-F238E27FC236}">
                <a16:creationId xmlns:a16="http://schemas.microsoft.com/office/drawing/2014/main" id="{8A72A8BD-F833-48FB-8EE1-B39FF49D867C}"/>
              </a:ext>
            </a:extLst>
          </p:cNvPr>
          <p:cNvSpPr>
            <a:spLocks noGrp="1"/>
          </p:cNvSpPr>
          <p:nvPr/>
        </p:nvSpPr>
        <p:spPr>
          <a:xfrm>
            <a:off x="7000875" y="4152900"/>
            <a:ext cx="1238250" cy="228600"/>
          </a:xfrm>
          <a:prstGeom prst="rect">
            <a:avLst/>
          </a:prstGeom>
          <a:noFill/>
          <a:ln w="0">
            <a:noFill/>
            <a:prstDash val="solid"/>
          </a:ln>
        </p:spPr>
        <p:txBody>
          <a:bodyPr lIns="19050" tIns="19050" rIns="19050" bIns="19050" anchor="t">
            <a:normAutofit/>
          </a:bodyPr>
          <a:lstStyle/>
          <a:p>
            <a:pPr algn="l">
              <a:lnSpc>
                <a:spcPct val="110000"/>
              </a:lnSpc>
              <a:buNone/>
              <a:defRPr sz="1125" b="0">
                <a:solidFill>
                  <a:srgbClr val="5B667A"/>
                </a:solidFill>
                <a:latin typeface="PingFang SC"/>
                <a:ea typeface="PingFang SC"/>
                <a:cs typeface="PingFang SC"/>
              </a:defRPr>
            </a:pPr>
            <a:r>
              <a:rPr sz="1125" b="0">
                <a:solidFill>
                  <a:srgbClr val="5B667A"/>
                </a:solidFill>
                <a:latin typeface="PingFang SC"/>
                <a:ea typeface="PingFang SC"/>
                <a:cs typeface="PingFang SC"/>
              </a:rPr>
              <a:t>task response</a:t>
            </a:r>
          </a:p>
        </p:txBody>
      </p:sp>
      <p:sp>
        <p:nvSpPr>
          <p:cNvPr id="33" name="矩形 32">
            <a:extLst>
              <a:ext uri="{FF2B5EF4-FFF2-40B4-BE49-F238E27FC236}">
                <a16:creationId xmlns:a16="http://schemas.microsoft.com/office/drawing/2014/main" id="{CF4F1A30-AC2B-47D3-A9B4-5B97F2D6ACB2}"/>
              </a:ext>
            </a:extLst>
          </p:cNvPr>
          <p:cNvSpPr>
            <a:spLocks noGrp="1"/>
          </p:cNvSpPr>
          <p:nvPr/>
        </p:nvSpPr>
        <p:spPr>
          <a:xfrm>
            <a:off x="8667750" y="4152900"/>
            <a:ext cx="2095500" cy="228600"/>
          </a:xfrm>
          <a:prstGeom prst="rect">
            <a:avLst/>
          </a:prstGeom>
          <a:noFill/>
          <a:ln w="0">
            <a:noFill/>
            <a:prstDash val="solid"/>
          </a:ln>
        </p:spPr>
        <p:txBody>
          <a:bodyPr lIns="19050" tIns="19050" rIns="19050" bIns="19050" anchor="t">
            <a:normAutofit/>
          </a:bodyPr>
          <a:lstStyle/>
          <a:p>
            <a:pPr algn="l">
              <a:lnSpc>
                <a:spcPct val="110000"/>
              </a:lnSpc>
              <a:buNone/>
              <a:defRPr sz="1125" b="0">
                <a:solidFill>
                  <a:srgbClr val="DC2626"/>
                </a:solidFill>
                <a:latin typeface="PingFang SC"/>
                <a:ea typeface="PingFang SC"/>
                <a:cs typeface="PingFang SC"/>
              </a:defRPr>
            </a:pPr>
            <a:r>
              <a:rPr sz="1125" b="0">
                <a:solidFill>
                  <a:srgbClr val="DC2626"/>
                </a:solidFill>
                <a:latin typeface="PingFang SC"/>
                <a:ea typeface="PingFang SC"/>
                <a:cs typeface="PingFang SC"/>
              </a:rPr>
              <a:t>无证据外加事实</a:t>
            </a:r>
          </a:p>
        </p:txBody>
      </p:sp>
      <p:sp>
        <p:nvSpPr>
          <p:cNvPr id="34" name="矩形 33">
            <a:extLst>
              <a:ext uri="{FF2B5EF4-FFF2-40B4-BE49-F238E27FC236}">
                <a16:creationId xmlns:a16="http://schemas.microsoft.com/office/drawing/2014/main" id="{BCB30CCA-D1A8-40AE-B78C-72BE7C7590FF}"/>
              </a:ext>
            </a:extLst>
          </p:cNvPr>
          <p:cNvSpPr>
            <a:spLocks noGrp="1"/>
          </p:cNvSpPr>
          <p:nvPr/>
        </p:nvSpPr>
        <p:spPr>
          <a:xfrm>
            <a:off x="838200" y="4572000"/>
            <a:ext cx="10363200" cy="400050"/>
          </a:xfrm>
          <a:prstGeom prst="rect">
            <a:avLst/>
          </a:prstGeom>
          <a:solidFill>
            <a:srgbClr val="F8FAFC"/>
          </a:solidFill>
          <a:ln w="0">
            <a:noFill/>
            <a:prstDash val="solid"/>
          </a:ln>
        </p:spPr>
        <p:txBody>
          <a:bodyPr/>
          <a:lstStyle/>
          <a:p>
            <a:endParaRPr lang="zh-CN" altLang="en-US"/>
          </a:p>
        </p:txBody>
      </p:sp>
      <p:sp>
        <p:nvSpPr>
          <p:cNvPr id="35" name="矩形 34">
            <a:extLst>
              <a:ext uri="{FF2B5EF4-FFF2-40B4-BE49-F238E27FC236}">
                <a16:creationId xmlns:a16="http://schemas.microsoft.com/office/drawing/2014/main" id="{6A77D5B5-FAA5-4D52-88F2-A134B38F5136}"/>
              </a:ext>
            </a:extLst>
          </p:cNvPr>
          <p:cNvSpPr>
            <a:spLocks noGrp="1"/>
          </p:cNvSpPr>
          <p:nvPr/>
        </p:nvSpPr>
        <p:spPr>
          <a:xfrm>
            <a:off x="857250" y="4648200"/>
            <a:ext cx="762000" cy="228600"/>
          </a:xfrm>
          <a:prstGeom prst="rect">
            <a:avLst/>
          </a:prstGeom>
          <a:noFill/>
          <a:ln w="0">
            <a:noFill/>
            <a:prstDash val="solid"/>
          </a:ln>
        </p:spPr>
        <p:txBody>
          <a:bodyPr lIns="19050" tIns="19050" rIns="19050" bIns="19050" anchor="t">
            <a:normAutofit/>
          </a:bodyPr>
          <a:lstStyle/>
          <a:p>
            <a:pPr algn="l">
              <a:lnSpc>
                <a:spcPct val="110000"/>
              </a:lnSpc>
              <a:buNone/>
              <a:defRPr sz="1125" b="1">
                <a:solidFill>
                  <a:srgbClr val="172033"/>
                </a:solidFill>
                <a:latin typeface="PingFang SC"/>
                <a:ea typeface="PingFang SC"/>
                <a:cs typeface="PingFang SC"/>
              </a:defRPr>
            </a:pPr>
            <a:r>
              <a:rPr sz="1125" b="1">
                <a:solidFill>
                  <a:srgbClr val="172033"/>
                </a:solidFill>
                <a:latin typeface="PingFang SC"/>
                <a:ea typeface="PingFang SC"/>
                <a:cs typeface="PingFang SC"/>
              </a:rPr>
              <a:t>FB-005</a:t>
            </a:r>
          </a:p>
        </p:txBody>
      </p:sp>
      <p:sp>
        <p:nvSpPr>
          <p:cNvPr id="36" name="矩形 35">
            <a:extLst>
              <a:ext uri="{FF2B5EF4-FFF2-40B4-BE49-F238E27FC236}">
                <a16:creationId xmlns:a16="http://schemas.microsoft.com/office/drawing/2014/main" id="{16F4D204-E41B-4E04-8E82-303B6CE78DDF}"/>
              </a:ext>
            </a:extLst>
          </p:cNvPr>
          <p:cNvSpPr>
            <a:spLocks noGrp="1"/>
          </p:cNvSpPr>
          <p:nvPr/>
        </p:nvSpPr>
        <p:spPr>
          <a:xfrm>
            <a:off x="1809750" y="4648200"/>
            <a:ext cx="1619250" cy="228600"/>
          </a:xfrm>
          <a:prstGeom prst="rect">
            <a:avLst/>
          </a:prstGeom>
          <a:noFill/>
          <a:ln w="0">
            <a:noFill/>
            <a:prstDash val="solid"/>
          </a:ln>
        </p:spPr>
        <p:txBody>
          <a:bodyPr lIns="19050" tIns="19050" rIns="19050" bIns="19050" anchor="t">
            <a:normAutofit/>
          </a:bodyPr>
          <a:lstStyle/>
          <a:p>
            <a:pPr algn="l">
              <a:lnSpc>
                <a:spcPct val="110000"/>
              </a:lnSpc>
              <a:buNone/>
              <a:defRPr sz="1125" b="0">
                <a:solidFill>
                  <a:srgbClr val="172033"/>
                </a:solidFill>
                <a:latin typeface="PingFang SC"/>
                <a:ea typeface="PingFang SC"/>
                <a:cs typeface="PingFang SC"/>
              </a:defRPr>
            </a:pPr>
            <a:r>
              <a:rPr sz="1125" b="0">
                <a:solidFill>
                  <a:srgbClr val="172033"/>
                </a:solidFill>
                <a:latin typeface="PingFang SC"/>
                <a:ea typeface="PingFang SC"/>
                <a:cs typeface="PingFang SC"/>
              </a:rPr>
              <a:t>whole paragraph</a:t>
            </a:r>
          </a:p>
        </p:txBody>
      </p:sp>
      <p:sp>
        <p:nvSpPr>
          <p:cNvPr id="37" name="矩形 36">
            <a:extLst>
              <a:ext uri="{FF2B5EF4-FFF2-40B4-BE49-F238E27FC236}">
                <a16:creationId xmlns:a16="http://schemas.microsoft.com/office/drawing/2014/main" id="{5DB9C58B-EB77-4811-801A-DE5952E3DB13}"/>
              </a:ext>
            </a:extLst>
          </p:cNvPr>
          <p:cNvSpPr>
            <a:spLocks noGrp="1"/>
          </p:cNvSpPr>
          <p:nvPr/>
        </p:nvSpPr>
        <p:spPr>
          <a:xfrm>
            <a:off x="3619500" y="4648200"/>
            <a:ext cx="3143250" cy="228600"/>
          </a:xfrm>
          <a:prstGeom prst="rect">
            <a:avLst/>
          </a:prstGeom>
          <a:noFill/>
          <a:ln w="0">
            <a:noFill/>
            <a:prstDash val="solid"/>
          </a:ln>
        </p:spPr>
        <p:txBody>
          <a:bodyPr lIns="19050" tIns="19050" rIns="19050" bIns="19050" anchor="t">
            <a:normAutofit fontScale="79943"/>
          </a:bodyPr>
          <a:lstStyle/>
          <a:p>
            <a:pPr algn="l">
              <a:lnSpc>
                <a:spcPct val="110000"/>
              </a:lnSpc>
              <a:buNone/>
              <a:defRPr sz="1125" b="0">
                <a:solidFill>
                  <a:srgbClr val="172033"/>
                </a:solidFill>
                <a:latin typeface="PingFang SC"/>
                <a:ea typeface="PingFang SC"/>
                <a:cs typeface="PingFang SC"/>
              </a:defRPr>
            </a:pPr>
            <a:r>
              <a:rPr sz="1125" b="0">
                <a:solidFill>
                  <a:srgbClr val="172033"/>
                </a:solidFill>
                <a:latin typeface="PingFang SC"/>
                <a:ea typeface="PingFang SC"/>
                <a:cs typeface="PingFang SC"/>
              </a:rPr>
              <a:t>Rewrite the whole paragraph in a stronger academic style.</a:t>
            </a:r>
          </a:p>
        </p:txBody>
      </p:sp>
      <p:sp>
        <p:nvSpPr>
          <p:cNvPr id="38" name="矩形 37">
            <a:extLst>
              <a:ext uri="{FF2B5EF4-FFF2-40B4-BE49-F238E27FC236}">
                <a16:creationId xmlns:a16="http://schemas.microsoft.com/office/drawing/2014/main" id="{06C80CD8-5F31-4568-A07B-DAF8FE7F35A9}"/>
              </a:ext>
            </a:extLst>
          </p:cNvPr>
          <p:cNvSpPr>
            <a:spLocks noGrp="1"/>
          </p:cNvSpPr>
          <p:nvPr/>
        </p:nvSpPr>
        <p:spPr>
          <a:xfrm>
            <a:off x="7000875" y="4648200"/>
            <a:ext cx="1238250" cy="228600"/>
          </a:xfrm>
          <a:prstGeom prst="rect">
            <a:avLst/>
          </a:prstGeom>
          <a:noFill/>
          <a:ln w="0">
            <a:noFill/>
            <a:prstDash val="solid"/>
          </a:ln>
        </p:spPr>
        <p:txBody>
          <a:bodyPr lIns="19050" tIns="19050" rIns="19050" bIns="19050" anchor="t">
            <a:normAutofit/>
          </a:bodyPr>
          <a:lstStyle/>
          <a:p>
            <a:pPr algn="l">
              <a:lnSpc>
                <a:spcPct val="110000"/>
              </a:lnSpc>
              <a:buNone/>
              <a:defRPr sz="1125" b="0">
                <a:solidFill>
                  <a:srgbClr val="5B667A"/>
                </a:solidFill>
                <a:latin typeface="PingFang SC"/>
                <a:ea typeface="PingFang SC"/>
                <a:cs typeface="PingFang SC"/>
              </a:defRPr>
            </a:pPr>
            <a:r>
              <a:rPr sz="1125" b="0">
                <a:solidFill>
                  <a:srgbClr val="5B667A"/>
                </a:solidFill>
                <a:latin typeface="PingFang SC"/>
                <a:ea typeface="PingFang SC"/>
                <a:cs typeface="PingFang SC"/>
              </a:rPr>
              <a:t>organization</a:t>
            </a:r>
          </a:p>
        </p:txBody>
      </p:sp>
      <p:sp>
        <p:nvSpPr>
          <p:cNvPr id="39" name="矩形 38">
            <a:extLst>
              <a:ext uri="{FF2B5EF4-FFF2-40B4-BE49-F238E27FC236}">
                <a16:creationId xmlns:a16="http://schemas.microsoft.com/office/drawing/2014/main" id="{762EA533-D0C0-4FB1-821A-97EF0734807C}"/>
              </a:ext>
            </a:extLst>
          </p:cNvPr>
          <p:cNvSpPr>
            <a:spLocks noGrp="1"/>
          </p:cNvSpPr>
          <p:nvPr/>
        </p:nvSpPr>
        <p:spPr>
          <a:xfrm>
            <a:off x="8667750" y="4648200"/>
            <a:ext cx="2095500" cy="228600"/>
          </a:xfrm>
          <a:prstGeom prst="rect">
            <a:avLst/>
          </a:prstGeom>
          <a:noFill/>
          <a:ln w="0">
            <a:noFill/>
            <a:prstDash val="solid"/>
          </a:ln>
        </p:spPr>
        <p:txBody>
          <a:bodyPr lIns="19050" tIns="19050" rIns="19050" bIns="19050" anchor="t">
            <a:normAutofit/>
          </a:bodyPr>
          <a:lstStyle/>
          <a:p>
            <a:pPr algn="l">
              <a:lnSpc>
                <a:spcPct val="110000"/>
              </a:lnSpc>
              <a:buNone/>
              <a:defRPr sz="1125" b="0">
                <a:solidFill>
                  <a:srgbClr val="DC2626"/>
                </a:solidFill>
                <a:latin typeface="PingFang SC"/>
                <a:ea typeface="PingFang SC"/>
                <a:cs typeface="PingFang SC"/>
              </a:defRPr>
            </a:pPr>
            <a:r>
              <a:rPr sz="1125" b="0">
                <a:solidFill>
                  <a:srgbClr val="DC2626"/>
                </a:solidFill>
                <a:latin typeface="PingFang SC"/>
                <a:ea typeface="PingFang SC"/>
                <a:cs typeface="PingFang SC"/>
              </a:rPr>
              <a:t>过度重写</a:t>
            </a:r>
          </a:p>
        </p:txBody>
      </p:sp>
      <p:sp>
        <p:nvSpPr>
          <p:cNvPr id="40" name="矩形 39">
            <a:extLst>
              <a:ext uri="{FF2B5EF4-FFF2-40B4-BE49-F238E27FC236}">
                <a16:creationId xmlns:a16="http://schemas.microsoft.com/office/drawing/2014/main" id="{20EC8249-7F3A-47A5-B3E3-F529A69EEF21}"/>
              </a:ext>
            </a:extLst>
          </p:cNvPr>
          <p:cNvSpPr>
            <a:spLocks noGrp="1"/>
          </p:cNvSpPr>
          <p:nvPr/>
        </p:nvSpPr>
        <p:spPr>
          <a:xfrm>
            <a:off x="914400" y="5753100"/>
            <a:ext cx="8191500" cy="323850"/>
          </a:xfrm>
          <a:prstGeom prst="rect">
            <a:avLst/>
          </a:prstGeom>
          <a:noFill/>
          <a:ln w="0">
            <a:noFill/>
            <a:prstDash val="solid"/>
          </a:ln>
        </p:spPr>
        <p:txBody>
          <a:bodyPr lIns="19050" tIns="19050" rIns="19050" bIns="19050" anchor="t">
            <a:normAutofit/>
          </a:bodyPr>
          <a:lstStyle/>
          <a:p>
            <a:pPr algn="l">
              <a:lnSpc>
                <a:spcPct val="110000"/>
              </a:lnSpc>
              <a:buNone/>
              <a:defRPr sz="1650" b="1">
                <a:solidFill>
                  <a:srgbClr val="172033"/>
                </a:solidFill>
                <a:latin typeface="PingFang SC"/>
                <a:ea typeface="PingFang SC"/>
                <a:cs typeface="PingFang SC"/>
              </a:defRPr>
            </a:pPr>
            <a:r>
              <a:rPr sz="1650" b="1">
                <a:solidFill>
                  <a:srgbClr val="172033"/>
                </a:solidFill>
                <a:latin typeface="PingFang SC"/>
                <a:ea typeface="PingFang SC"/>
                <a:cs typeface="PingFang SC"/>
              </a:rPr>
              <a:t>关键点：模型生成反馈只是开始，真正的系统贡献是逐条判断反馈是否安全。</a:t>
            </a:r>
          </a:p>
        </p:txBody>
      </p:sp>
      <p:sp>
        <p:nvSpPr>
          <p:cNvPr id="41" name="矩形 40">
            <a:extLst>
              <a:ext uri="{FF2B5EF4-FFF2-40B4-BE49-F238E27FC236}">
                <a16:creationId xmlns:a16="http://schemas.microsoft.com/office/drawing/2014/main" id="{0C011A9B-0C94-4E7C-88D7-0B60CE0E4402}"/>
              </a:ext>
            </a:extLst>
          </p:cNvPr>
          <p:cNvSpPr>
            <a:spLocks noGrp="1"/>
          </p:cNvSpPr>
          <p:nvPr/>
        </p:nvSpPr>
        <p:spPr>
          <a:xfrm>
            <a:off x="609600" y="6553200"/>
            <a:ext cx="4000500" cy="171450"/>
          </a:xfrm>
          <a:prstGeom prst="rect">
            <a:avLst/>
          </a:prstGeom>
          <a:noFill/>
          <a:ln w="0">
            <a:noFill/>
            <a:prstDash val="solid"/>
          </a:ln>
        </p:spPr>
        <p:txBody>
          <a:bodyPr lIns="19050" tIns="19050" rIns="19050" bIns="19050" anchor="t">
            <a:normAutofit/>
          </a:bodyPr>
          <a:lstStyle/>
          <a:p>
            <a:pPr algn="l">
              <a:lnSpc>
                <a:spcPct val="110000"/>
              </a:lnSpc>
              <a:buNone/>
              <a:defRPr sz="750" b="0">
                <a:solidFill>
                  <a:srgbClr val="8792A3"/>
                </a:solidFill>
                <a:latin typeface="PingFang SC"/>
                <a:ea typeface="PingFang SC"/>
                <a:cs typeface="PingFang SC"/>
              </a:defRPr>
            </a:pPr>
            <a:r>
              <a:rPr sz="750" b="0">
                <a:solidFill>
                  <a:srgbClr val="8792A3"/>
                </a:solidFill>
                <a:latin typeface="PingFang SC"/>
                <a:ea typeface="PingFang SC"/>
                <a:cs typeface="PingFang SC"/>
              </a:rPr>
              <a:t>ConsensusScope workflow explanation | 4/12</a:t>
            </a:r>
          </a:p>
        </p:txBody>
      </p:sp>
    </p:spTree>
    <p:extLst>
      <p:ext uri="{BB962C8B-B14F-4D97-AF65-F5344CB8AC3E}">
        <p14:creationId xmlns:p14="http://schemas.microsoft.com/office/powerpoint/2010/main" val="6460112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08A34B04-71C4-44C7-BDF5-C76BF6346869}"/>
              </a:ext>
            </a:extLst>
          </p:cNvPr>
          <p:cNvSpPr>
            <a:spLocks noGrp="1"/>
          </p:cNvSpPr>
          <p:nvPr/>
        </p:nvSpPr>
        <p:spPr>
          <a:xfrm>
            <a:off x="609600" y="400050"/>
            <a:ext cx="4953000" cy="266700"/>
          </a:xfrm>
          <a:prstGeom prst="rect">
            <a:avLst/>
          </a:prstGeom>
          <a:noFill/>
          <a:ln w="0">
            <a:noFill/>
            <a:prstDash val="solid"/>
          </a:ln>
        </p:spPr>
        <p:txBody>
          <a:bodyPr lIns="19050" tIns="19050" rIns="19050" bIns="19050" anchor="t">
            <a:normAutofit/>
          </a:bodyPr>
          <a:lstStyle/>
          <a:p>
            <a:pPr algn="l">
              <a:lnSpc>
                <a:spcPct val="110000"/>
              </a:lnSpc>
              <a:buNone/>
              <a:defRPr sz="975" b="1">
                <a:solidFill>
                  <a:srgbClr val="2563EB"/>
                </a:solidFill>
                <a:latin typeface="PingFang SC"/>
                <a:ea typeface="PingFang SC"/>
                <a:cs typeface="PingFang SC"/>
              </a:defRPr>
            </a:pPr>
            <a:r>
              <a:rPr sz="975" b="1">
                <a:solidFill>
                  <a:srgbClr val="2563EB"/>
                </a:solidFill>
                <a:latin typeface="PingFang SC"/>
                <a:ea typeface="PingFang SC"/>
                <a:cs typeface="PingFang SC"/>
              </a:rPr>
              <a:t>Step 3</a:t>
            </a:r>
          </a:p>
        </p:txBody>
      </p:sp>
      <p:sp>
        <p:nvSpPr>
          <p:cNvPr id="2" name="矩形 1">
            <a:extLst>
              <a:ext uri="{FF2B5EF4-FFF2-40B4-BE49-F238E27FC236}">
                <a16:creationId xmlns:a16="http://schemas.microsoft.com/office/drawing/2014/main" id="{070497FE-E006-441C-A45F-BCF17897DD96}"/>
              </a:ext>
            </a:extLst>
          </p:cNvPr>
          <p:cNvSpPr>
            <a:spLocks noGrp="1"/>
          </p:cNvSpPr>
          <p:nvPr/>
        </p:nvSpPr>
        <p:spPr>
          <a:xfrm>
            <a:off x="609600" y="723900"/>
            <a:ext cx="8763000" cy="590550"/>
          </a:xfrm>
          <a:prstGeom prst="rect">
            <a:avLst/>
          </a:prstGeom>
          <a:noFill/>
          <a:ln w="0">
            <a:noFill/>
            <a:prstDash val="solid"/>
          </a:ln>
        </p:spPr>
        <p:txBody>
          <a:bodyPr lIns="19050" tIns="19050" rIns="19050" bIns="19050" anchor="t">
            <a:normAutofit/>
          </a:bodyPr>
          <a:lstStyle/>
          <a:p>
            <a:pPr algn="l">
              <a:lnSpc>
                <a:spcPct val="102000"/>
              </a:lnSpc>
              <a:buNone/>
              <a:defRPr sz="2550" b="1">
                <a:solidFill>
                  <a:srgbClr val="172033"/>
                </a:solidFill>
                <a:latin typeface="PingFang SC"/>
                <a:ea typeface="PingFang SC"/>
                <a:cs typeface="PingFang SC"/>
              </a:defRPr>
            </a:pPr>
            <a:r>
              <a:rPr sz="2550" b="1">
                <a:solidFill>
                  <a:srgbClr val="172033"/>
                </a:solidFill>
                <a:latin typeface="PingFang SC"/>
                <a:ea typeface="PingFang SC"/>
                <a:cs typeface="PingFang SC"/>
              </a:rPr>
              <a:t>统一格式：把每条反馈变成 feedback item</a:t>
            </a:r>
          </a:p>
        </p:txBody>
      </p:sp>
      <p:sp>
        <p:nvSpPr>
          <p:cNvPr id="3" name="矩形 2">
            <a:extLst>
              <a:ext uri="{FF2B5EF4-FFF2-40B4-BE49-F238E27FC236}">
                <a16:creationId xmlns:a16="http://schemas.microsoft.com/office/drawing/2014/main" id="{3D4ABEFD-ABEF-459F-B473-4592ED5B7228}"/>
              </a:ext>
            </a:extLst>
          </p:cNvPr>
          <p:cNvSpPr>
            <a:spLocks noGrp="1"/>
          </p:cNvSpPr>
          <p:nvPr/>
        </p:nvSpPr>
        <p:spPr>
          <a:xfrm>
            <a:off x="609600" y="1352550"/>
            <a:ext cx="8953500" cy="400050"/>
          </a:xfrm>
          <a:prstGeom prst="rect">
            <a:avLst/>
          </a:prstGeom>
          <a:noFill/>
          <a:ln w="0">
            <a:noFill/>
            <a:prstDash val="solid"/>
          </a:ln>
        </p:spPr>
        <p:txBody>
          <a:bodyPr lIns="19050" tIns="19050" rIns="19050" bIns="19050" anchor="t">
            <a:normAutofit/>
          </a:bodyPr>
          <a:lstStyle/>
          <a:p>
            <a:pPr algn="l">
              <a:lnSpc>
                <a:spcPct val="118000"/>
              </a:lnSpc>
              <a:buNone/>
              <a:defRPr sz="1350" b="0">
                <a:solidFill>
                  <a:srgbClr val="5B667A"/>
                </a:solidFill>
                <a:latin typeface="PingFang SC"/>
                <a:ea typeface="PingFang SC"/>
                <a:cs typeface="PingFang SC"/>
              </a:defRPr>
            </a:pPr>
            <a:r>
              <a:rPr sz="1350" b="0">
                <a:solidFill>
                  <a:srgbClr val="5B667A"/>
                </a:solidFill>
                <a:latin typeface="PingFang SC"/>
                <a:ea typeface="PingFang SC"/>
                <a:cs typeface="PingFang SC"/>
              </a:rPr>
              <a:t>统一 schema 让不同模型或人工导入的反馈可以走同一个路由算法。</a:t>
            </a:r>
          </a:p>
        </p:txBody>
      </p:sp>
      <p:sp>
        <p:nvSpPr>
          <p:cNvPr id="4" name="圆角矩形 3">
            <a:extLst>
              <a:ext uri="{FF2B5EF4-FFF2-40B4-BE49-F238E27FC236}">
                <a16:creationId xmlns:a16="http://schemas.microsoft.com/office/drawing/2014/main" id="{5349F604-456B-4279-8577-A2B4315FD41C}"/>
              </a:ext>
            </a:extLst>
          </p:cNvPr>
          <p:cNvSpPr>
            <a:spLocks noGrp="1"/>
          </p:cNvSpPr>
          <p:nvPr/>
        </p:nvSpPr>
        <p:spPr>
          <a:xfrm>
            <a:off x="742950" y="2190750"/>
            <a:ext cx="1762125" cy="1219200"/>
          </a:xfrm>
          <a:prstGeom prst="roundRect">
            <a:avLst>
              <a:gd name="adj" fmla="val 9375"/>
            </a:avLst>
          </a:prstGeom>
          <a:solidFill>
            <a:srgbClr val="FFFFFF"/>
          </a:solidFill>
          <a:ln w="9525">
            <a:solidFill>
              <a:srgbClr val="2563EB"/>
            </a:solidFill>
            <a:prstDash val="solid"/>
          </a:ln>
        </p:spPr>
        <p:style>
          <a:lnRef idx="0">
            <a:scrgbClr r="0" g="0" b="0"/>
          </a:lnRef>
          <a:fillRef idx="0">
            <a:scrgbClr r="0" g="0" b="0"/>
          </a:fillRef>
          <a:effectRef idx="4">
            <a:scrgbClr r="0" g="0" b="0"/>
          </a:effectRef>
          <a:fontRef idx="major"/>
        </p:style>
        <p:txBody>
          <a:bodyPr/>
          <a:lstStyle/>
          <a:p>
            <a:endParaRPr lang="zh-CN" altLang="en-US"/>
          </a:p>
        </p:txBody>
      </p:sp>
      <p:sp>
        <p:nvSpPr>
          <p:cNvPr id="5" name="矩形 4">
            <a:extLst>
              <a:ext uri="{FF2B5EF4-FFF2-40B4-BE49-F238E27FC236}">
                <a16:creationId xmlns:a16="http://schemas.microsoft.com/office/drawing/2014/main" id="{24F11A7F-86BE-4EF6-958E-7CE707D8F46B}"/>
              </a:ext>
            </a:extLst>
          </p:cNvPr>
          <p:cNvSpPr>
            <a:spLocks noGrp="1"/>
          </p:cNvSpPr>
          <p:nvPr/>
        </p:nvSpPr>
        <p:spPr>
          <a:xfrm>
            <a:off x="895350" y="2343150"/>
            <a:ext cx="1457325" cy="247650"/>
          </a:xfrm>
          <a:prstGeom prst="rect">
            <a:avLst/>
          </a:prstGeom>
          <a:noFill/>
          <a:ln w="0">
            <a:noFill/>
            <a:prstDash val="solid"/>
          </a:ln>
        </p:spPr>
        <p:txBody>
          <a:bodyPr lIns="19050" tIns="19050" rIns="19050" bIns="19050" anchor="t">
            <a:normAutofit fontScale="87719"/>
          </a:bodyPr>
          <a:lstStyle/>
          <a:p>
            <a:pPr algn="l">
              <a:lnSpc>
                <a:spcPct val="110000"/>
              </a:lnSpc>
              <a:buNone/>
              <a:defRPr sz="1425" b="1">
                <a:solidFill>
                  <a:srgbClr val="2563EB"/>
                </a:solidFill>
                <a:latin typeface="PingFang SC"/>
                <a:ea typeface="PingFang SC"/>
                <a:cs typeface="PingFang SC"/>
              </a:defRPr>
            </a:pPr>
            <a:r>
              <a:rPr sz="1425" b="1">
                <a:solidFill>
                  <a:srgbClr val="2563EB"/>
                </a:solidFill>
                <a:latin typeface="PingFang SC"/>
                <a:ea typeface="PingFang SC"/>
                <a:cs typeface="PingFang SC"/>
              </a:rPr>
              <a:t>target_span</a:t>
            </a:r>
          </a:p>
        </p:txBody>
      </p:sp>
      <p:sp>
        <p:nvSpPr>
          <p:cNvPr id="6" name="矩形 5">
            <a:extLst>
              <a:ext uri="{FF2B5EF4-FFF2-40B4-BE49-F238E27FC236}">
                <a16:creationId xmlns:a16="http://schemas.microsoft.com/office/drawing/2014/main" id="{F9FB58B3-638B-48B8-81CA-6C81E5F03570}"/>
              </a:ext>
            </a:extLst>
          </p:cNvPr>
          <p:cNvSpPr>
            <a:spLocks noGrp="1"/>
          </p:cNvSpPr>
          <p:nvPr/>
        </p:nvSpPr>
        <p:spPr>
          <a:xfrm>
            <a:off x="895350" y="2667000"/>
            <a:ext cx="1457325" cy="647700"/>
          </a:xfrm>
          <a:prstGeom prst="rect">
            <a:avLst/>
          </a:prstGeom>
          <a:noFill/>
          <a:ln w="0">
            <a:noFill/>
            <a:prstDash val="solid"/>
          </a:ln>
        </p:spPr>
        <p:txBody>
          <a:bodyPr lIns="19050" tIns="19050" rIns="19050" bIns="19050" anchor="t">
            <a:normAutofit/>
          </a:bodyPr>
          <a:lstStyle/>
          <a:p>
            <a:pPr algn="l">
              <a:lnSpc>
                <a:spcPct val="114000"/>
              </a:lnSpc>
              <a:buNone/>
              <a:defRPr sz="1125" b="0">
                <a:solidFill>
                  <a:srgbClr val="172033"/>
                </a:solidFill>
                <a:latin typeface="PingFang SC"/>
                <a:ea typeface="PingFang SC"/>
                <a:cs typeface="PingFang SC"/>
              </a:defRPr>
            </a:pPr>
            <a:r>
              <a:rPr sz="1125" b="0">
                <a:solidFill>
                  <a:srgbClr val="172033"/>
                </a:solidFill>
                <a:latin typeface="PingFang SC"/>
                <a:ea typeface="PingFang SC"/>
                <a:cs typeface="PingFang SC"/>
              </a:rPr>
              <a:t>被反馈的学生原文片段</a:t>
            </a:r>
          </a:p>
          <a:p>
            <a:pPr algn="l">
              <a:lnSpc>
                <a:spcPct val="114000"/>
              </a:lnSpc>
              <a:buNone/>
              <a:defRPr sz="1125" b="0">
                <a:solidFill>
                  <a:srgbClr val="172033"/>
                </a:solidFill>
                <a:latin typeface="PingFang SC"/>
                <a:ea typeface="PingFang SC"/>
                <a:cs typeface="PingFang SC"/>
              </a:defRPr>
            </a:pPr>
            <a:r>
              <a:rPr sz="1125" b="0">
                <a:solidFill>
                  <a:srgbClr val="172033"/>
                </a:solidFill>
                <a:latin typeface="PingFang SC"/>
                <a:ea typeface="PingFang SC"/>
                <a:cs typeface="PingFang SC"/>
              </a:rPr>
              <a:t>例：people says</a:t>
            </a:r>
          </a:p>
        </p:txBody>
      </p:sp>
      <p:sp>
        <p:nvSpPr>
          <p:cNvPr id="7" name="右箭头 6">
            <a:extLst>
              <a:ext uri="{FF2B5EF4-FFF2-40B4-BE49-F238E27FC236}">
                <a16:creationId xmlns:a16="http://schemas.microsoft.com/office/drawing/2014/main" id="{4B2261C5-9F40-49CB-A6D8-9070029FB360}"/>
              </a:ext>
            </a:extLst>
          </p:cNvPr>
          <p:cNvSpPr>
            <a:spLocks noGrp="1"/>
          </p:cNvSpPr>
          <p:nvPr/>
        </p:nvSpPr>
        <p:spPr>
          <a:xfrm>
            <a:off x="2647950" y="2638425"/>
            <a:ext cx="476250" cy="342900"/>
          </a:xfrm>
          <a:prstGeom prst="rightArrow">
            <a:avLst/>
          </a:prstGeom>
          <a:solidFill>
            <a:srgbClr val="2563EB"/>
          </a:solidFill>
          <a:ln w="9525">
            <a:solidFill>
              <a:srgbClr val="2563EB"/>
            </a:solidFill>
            <a:prstDash val="solid"/>
          </a:ln>
        </p:spPr>
        <p:txBody>
          <a:bodyPr/>
          <a:lstStyle/>
          <a:p>
            <a:endParaRPr lang="zh-CN" altLang="en-US"/>
          </a:p>
        </p:txBody>
      </p:sp>
      <p:sp>
        <p:nvSpPr>
          <p:cNvPr id="8" name="圆角矩形 7">
            <a:extLst>
              <a:ext uri="{FF2B5EF4-FFF2-40B4-BE49-F238E27FC236}">
                <a16:creationId xmlns:a16="http://schemas.microsoft.com/office/drawing/2014/main" id="{4E390C69-3CD4-48E5-9204-11200C043A21}"/>
              </a:ext>
            </a:extLst>
          </p:cNvPr>
          <p:cNvSpPr>
            <a:spLocks noGrp="1"/>
          </p:cNvSpPr>
          <p:nvPr/>
        </p:nvSpPr>
        <p:spPr>
          <a:xfrm>
            <a:off x="3276600" y="2190750"/>
            <a:ext cx="1952625" cy="1219200"/>
          </a:xfrm>
          <a:prstGeom prst="roundRect">
            <a:avLst>
              <a:gd name="adj" fmla="val 9375"/>
            </a:avLst>
          </a:prstGeom>
          <a:solidFill>
            <a:srgbClr val="FFFFFF"/>
          </a:solidFill>
          <a:ln w="9525">
            <a:solidFill>
              <a:srgbClr val="0F766E"/>
            </a:solidFill>
            <a:prstDash val="solid"/>
          </a:ln>
        </p:spPr>
        <p:style>
          <a:lnRef idx="0">
            <a:scrgbClr r="0" g="0" b="0"/>
          </a:lnRef>
          <a:fillRef idx="0">
            <a:scrgbClr r="0" g="0" b="0"/>
          </a:fillRef>
          <a:effectRef idx="4">
            <a:scrgbClr r="0" g="0" b="0"/>
          </a:effectRef>
          <a:fontRef idx="major"/>
        </p:style>
        <p:txBody>
          <a:bodyPr/>
          <a:lstStyle/>
          <a:p>
            <a:endParaRPr lang="zh-CN" altLang="en-US"/>
          </a:p>
        </p:txBody>
      </p:sp>
      <p:sp>
        <p:nvSpPr>
          <p:cNvPr id="9" name="矩形 8">
            <a:extLst>
              <a:ext uri="{FF2B5EF4-FFF2-40B4-BE49-F238E27FC236}">
                <a16:creationId xmlns:a16="http://schemas.microsoft.com/office/drawing/2014/main" id="{76178C56-6DAC-4443-9F5D-D83A10418CF6}"/>
              </a:ext>
            </a:extLst>
          </p:cNvPr>
          <p:cNvSpPr>
            <a:spLocks noGrp="1"/>
          </p:cNvSpPr>
          <p:nvPr/>
        </p:nvSpPr>
        <p:spPr>
          <a:xfrm>
            <a:off x="3429000" y="2343150"/>
            <a:ext cx="1647825" cy="247650"/>
          </a:xfrm>
          <a:prstGeom prst="rect">
            <a:avLst/>
          </a:prstGeom>
          <a:noFill/>
          <a:ln w="0">
            <a:noFill/>
            <a:prstDash val="solid"/>
          </a:ln>
        </p:spPr>
        <p:txBody>
          <a:bodyPr lIns="19050" tIns="19050" rIns="19050" bIns="19050" anchor="t">
            <a:normAutofit fontScale="87719"/>
          </a:bodyPr>
          <a:lstStyle/>
          <a:p>
            <a:pPr algn="l">
              <a:lnSpc>
                <a:spcPct val="110000"/>
              </a:lnSpc>
              <a:buNone/>
              <a:defRPr sz="1425" b="1">
                <a:solidFill>
                  <a:srgbClr val="0F766E"/>
                </a:solidFill>
                <a:latin typeface="PingFang SC"/>
                <a:ea typeface="PingFang SC"/>
                <a:cs typeface="PingFang SC"/>
              </a:defRPr>
            </a:pPr>
            <a:r>
              <a:rPr sz="1425" b="1">
                <a:solidFill>
                  <a:srgbClr val="0F766E"/>
                </a:solidFill>
                <a:latin typeface="PingFang SC"/>
                <a:ea typeface="PingFang SC"/>
                <a:cs typeface="PingFang SC"/>
              </a:rPr>
              <a:t>surrounding_context</a:t>
            </a:r>
          </a:p>
        </p:txBody>
      </p:sp>
      <p:sp>
        <p:nvSpPr>
          <p:cNvPr id="10" name="矩形 9">
            <a:extLst>
              <a:ext uri="{FF2B5EF4-FFF2-40B4-BE49-F238E27FC236}">
                <a16:creationId xmlns:a16="http://schemas.microsoft.com/office/drawing/2014/main" id="{28BBD859-E5AA-4AB2-959A-B973911A6B0E}"/>
              </a:ext>
            </a:extLst>
          </p:cNvPr>
          <p:cNvSpPr>
            <a:spLocks noGrp="1"/>
          </p:cNvSpPr>
          <p:nvPr/>
        </p:nvSpPr>
        <p:spPr>
          <a:xfrm>
            <a:off x="3429000" y="2667000"/>
            <a:ext cx="1647825" cy="647700"/>
          </a:xfrm>
          <a:prstGeom prst="rect">
            <a:avLst/>
          </a:prstGeom>
          <a:noFill/>
          <a:ln w="0">
            <a:noFill/>
            <a:prstDash val="solid"/>
          </a:ln>
        </p:spPr>
        <p:txBody>
          <a:bodyPr lIns="19050" tIns="19050" rIns="19050" bIns="19050" anchor="t">
            <a:normAutofit/>
          </a:bodyPr>
          <a:lstStyle/>
          <a:p>
            <a:pPr algn="l">
              <a:lnSpc>
                <a:spcPct val="114000"/>
              </a:lnSpc>
              <a:buNone/>
              <a:defRPr sz="1125" b="0">
                <a:solidFill>
                  <a:srgbClr val="172033"/>
                </a:solidFill>
                <a:latin typeface="PingFang SC"/>
                <a:ea typeface="PingFang SC"/>
                <a:cs typeface="PingFang SC"/>
              </a:defRPr>
            </a:pPr>
            <a:r>
              <a:rPr sz="1125" b="0">
                <a:solidFill>
                  <a:srgbClr val="172033"/>
                </a:solidFill>
                <a:latin typeface="PingFang SC"/>
                <a:ea typeface="PingFang SC"/>
                <a:cs typeface="PingFang SC"/>
              </a:rPr>
              <a:t>局部上下文</a:t>
            </a:r>
          </a:p>
          <a:p>
            <a:pPr algn="l">
              <a:lnSpc>
                <a:spcPct val="114000"/>
              </a:lnSpc>
              <a:buNone/>
              <a:defRPr sz="1125" b="0">
                <a:solidFill>
                  <a:srgbClr val="172033"/>
                </a:solidFill>
                <a:latin typeface="PingFang SC"/>
                <a:ea typeface="PingFang SC"/>
                <a:cs typeface="PingFang SC"/>
              </a:defRPr>
            </a:pPr>
            <a:r>
              <a:rPr sz="1125" b="0">
                <a:solidFill>
                  <a:srgbClr val="172033"/>
                </a:solidFill>
                <a:latin typeface="PingFang SC"/>
                <a:ea typeface="PingFang SC"/>
                <a:cs typeface="PingFang SC"/>
              </a:rPr>
              <a:t>判断是否改变原意</a:t>
            </a:r>
          </a:p>
        </p:txBody>
      </p:sp>
      <p:sp>
        <p:nvSpPr>
          <p:cNvPr id="11" name="右箭头 10">
            <a:extLst>
              <a:ext uri="{FF2B5EF4-FFF2-40B4-BE49-F238E27FC236}">
                <a16:creationId xmlns:a16="http://schemas.microsoft.com/office/drawing/2014/main" id="{4171228D-052C-43A2-B363-111BA8415C60}"/>
              </a:ext>
            </a:extLst>
          </p:cNvPr>
          <p:cNvSpPr>
            <a:spLocks noGrp="1"/>
          </p:cNvSpPr>
          <p:nvPr/>
        </p:nvSpPr>
        <p:spPr>
          <a:xfrm>
            <a:off x="5372100" y="2638425"/>
            <a:ext cx="476250" cy="342900"/>
          </a:xfrm>
          <a:prstGeom prst="rightArrow">
            <a:avLst/>
          </a:prstGeom>
          <a:solidFill>
            <a:srgbClr val="0F766E"/>
          </a:solidFill>
          <a:ln w="9525">
            <a:solidFill>
              <a:srgbClr val="0F766E"/>
            </a:solidFill>
            <a:prstDash val="solid"/>
          </a:ln>
        </p:spPr>
        <p:txBody>
          <a:bodyPr/>
          <a:lstStyle/>
          <a:p>
            <a:endParaRPr lang="zh-CN" altLang="en-US"/>
          </a:p>
        </p:txBody>
      </p:sp>
      <p:sp>
        <p:nvSpPr>
          <p:cNvPr id="12" name="圆角矩形 11">
            <a:extLst>
              <a:ext uri="{FF2B5EF4-FFF2-40B4-BE49-F238E27FC236}">
                <a16:creationId xmlns:a16="http://schemas.microsoft.com/office/drawing/2014/main" id="{CE4F1C03-CA5B-4D55-B2C0-EC5296D62083}"/>
              </a:ext>
            </a:extLst>
          </p:cNvPr>
          <p:cNvSpPr>
            <a:spLocks noGrp="1"/>
          </p:cNvSpPr>
          <p:nvPr/>
        </p:nvSpPr>
        <p:spPr>
          <a:xfrm>
            <a:off x="6000750" y="2190750"/>
            <a:ext cx="1809750" cy="1219200"/>
          </a:xfrm>
          <a:prstGeom prst="roundRect">
            <a:avLst>
              <a:gd name="adj" fmla="val 9375"/>
            </a:avLst>
          </a:prstGeom>
          <a:solidFill>
            <a:srgbClr val="FFFFFF"/>
          </a:solidFill>
          <a:ln w="9525">
            <a:solidFill>
              <a:srgbClr val="F59E0B"/>
            </a:solidFill>
            <a:prstDash val="solid"/>
          </a:ln>
        </p:spPr>
        <p:style>
          <a:lnRef idx="0">
            <a:scrgbClr r="0" g="0" b="0"/>
          </a:lnRef>
          <a:fillRef idx="0">
            <a:scrgbClr r="0" g="0" b="0"/>
          </a:fillRef>
          <a:effectRef idx="4">
            <a:scrgbClr r="0" g="0" b="0"/>
          </a:effectRef>
          <a:fontRef idx="major"/>
        </p:style>
        <p:txBody>
          <a:bodyPr/>
          <a:lstStyle/>
          <a:p>
            <a:endParaRPr lang="zh-CN" altLang="en-US"/>
          </a:p>
        </p:txBody>
      </p:sp>
      <p:sp>
        <p:nvSpPr>
          <p:cNvPr id="13" name="矩形 12">
            <a:extLst>
              <a:ext uri="{FF2B5EF4-FFF2-40B4-BE49-F238E27FC236}">
                <a16:creationId xmlns:a16="http://schemas.microsoft.com/office/drawing/2014/main" id="{95EA7169-EB94-4E70-8BFB-EECE99EFB5BA}"/>
              </a:ext>
            </a:extLst>
          </p:cNvPr>
          <p:cNvSpPr>
            <a:spLocks noGrp="1"/>
          </p:cNvSpPr>
          <p:nvPr/>
        </p:nvSpPr>
        <p:spPr>
          <a:xfrm>
            <a:off x="6153150" y="2343150"/>
            <a:ext cx="1504950" cy="247650"/>
          </a:xfrm>
          <a:prstGeom prst="rect">
            <a:avLst/>
          </a:prstGeom>
          <a:noFill/>
          <a:ln w="0">
            <a:noFill/>
            <a:prstDash val="solid"/>
          </a:ln>
        </p:spPr>
        <p:txBody>
          <a:bodyPr lIns="19050" tIns="19050" rIns="19050" bIns="19050" anchor="t">
            <a:normAutofit fontScale="87719"/>
          </a:bodyPr>
          <a:lstStyle/>
          <a:p>
            <a:pPr algn="l">
              <a:lnSpc>
                <a:spcPct val="110000"/>
              </a:lnSpc>
              <a:buNone/>
              <a:defRPr sz="1425" b="1">
                <a:solidFill>
                  <a:srgbClr val="F59E0B"/>
                </a:solidFill>
                <a:latin typeface="PingFang SC"/>
                <a:ea typeface="PingFang SC"/>
                <a:cs typeface="PingFang SC"/>
              </a:defRPr>
            </a:pPr>
            <a:r>
              <a:rPr sz="1425" b="1">
                <a:solidFill>
                  <a:srgbClr val="F59E0B"/>
                </a:solidFill>
                <a:latin typeface="PingFang SC"/>
                <a:ea typeface="PingFang SC"/>
                <a:cs typeface="PingFang SC"/>
              </a:rPr>
              <a:t>ai_suggestion</a:t>
            </a:r>
          </a:p>
        </p:txBody>
      </p:sp>
      <p:sp>
        <p:nvSpPr>
          <p:cNvPr id="14" name="矩形 13">
            <a:extLst>
              <a:ext uri="{FF2B5EF4-FFF2-40B4-BE49-F238E27FC236}">
                <a16:creationId xmlns:a16="http://schemas.microsoft.com/office/drawing/2014/main" id="{BD57878C-C1FA-440B-BDCE-75887F6C9876}"/>
              </a:ext>
            </a:extLst>
          </p:cNvPr>
          <p:cNvSpPr>
            <a:spLocks noGrp="1"/>
          </p:cNvSpPr>
          <p:nvPr/>
        </p:nvSpPr>
        <p:spPr>
          <a:xfrm>
            <a:off x="6153150" y="2667000"/>
            <a:ext cx="1504950" cy="647700"/>
          </a:xfrm>
          <a:prstGeom prst="rect">
            <a:avLst/>
          </a:prstGeom>
          <a:noFill/>
          <a:ln w="0">
            <a:noFill/>
            <a:prstDash val="solid"/>
          </a:ln>
        </p:spPr>
        <p:txBody>
          <a:bodyPr lIns="19050" tIns="19050" rIns="19050" bIns="19050" anchor="t">
            <a:normAutofit/>
          </a:bodyPr>
          <a:lstStyle/>
          <a:p>
            <a:pPr algn="l">
              <a:lnSpc>
                <a:spcPct val="114000"/>
              </a:lnSpc>
              <a:buNone/>
              <a:defRPr sz="1125" b="0">
                <a:solidFill>
                  <a:srgbClr val="172033"/>
                </a:solidFill>
                <a:latin typeface="PingFang SC"/>
                <a:ea typeface="PingFang SC"/>
                <a:cs typeface="PingFang SC"/>
              </a:defRPr>
            </a:pPr>
            <a:r>
              <a:rPr sz="1125" b="0">
                <a:solidFill>
                  <a:srgbClr val="172033"/>
                </a:solidFill>
                <a:latin typeface="PingFang SC"/>
                <a:ea typeface="PingFang SC"/>
                <a:cs typeface="PingFang SC"/>
              </a:rPr>
              <a:t>AI 给出的修改建议</a:t>
            </a:r>
          </a:p>
          <a:p>
            <a:pPr algn="l">
              <a:lnSpc>
                <a:spcPct val="114000"/>
              </a:lnSpc>
              <a:buNone/>
              <a:defRPr sz="1125" b="0">
                <a:solidFill>
                  <a:srgbClr val="172033"/>
                </a:solidFill>
                <a:latin typeface="PingFang SC"/>
                <a:ea typeface="PingFang SC"/>
                <a:cs typeface="PingFang SC"/>
              </a:defRPr>
            </a:pPr>
            <a:r>
              <a:rPr sz="1125" b="0">
                <a:solidFill>
                  <a:srgbClr val="172033"/>
                </a:solidFill>
                <a:latin typeface="PingFang SC"/>
                <a:ea typeface="PingFang SC"/>
                <a:cs typeface="PingFang SC"/>
              </a:rPr>
              <a:t>例：people say</a:t>
            </a:r>
          </a:p>
        </p:txBody>
      </p:sp>
      <p:sp>
        <p:nvSpPr>
          <p:cNvPr id="15" name="右箭头 14">
            <a:extLst>
              <a:ext uri="{FF2B5EF4-FFF2-40B4-BE49-F238E27FC236}">
                <a16:creationId xmlns:a16="http://schemas.microsoft.com/office/drawing/2014/main" id="{30112B5D-287F-40BD-9FFB-CF3A39627A80}"/>
              </a:ext>
            </a:extLst>
          </p:cNvPr>
          <p:cNvSpPr>
            <a:spLocks noGrp="1"/>
          </p:cNvSpPr>
          <p:nvPr/>
        </p:nvSpPr>
        <p:spPr>
          <a:xfrm>
            <a:off x="7953375" y="2638425"/>
            <a:ext cx="476250" cy="342900"/>
          </a:xfrm>
          <a:prstGeom prst="rightArrow">
            <a:avLst/>
          </a:prstGeom>
          <a:solidFill>
            <a:srgbClr val="F59E0B"/>
          </a:solidFill>
          <a:ln w="9525">
            <a:solidFill>
              <a:srgbClr val="F59E0B"/>
            </a:solidFill>
            <a:prstDash val="solid"/>
          </a:ln>
        </p:spPr>
        <p:txBody>
          <a:bodyPr/>
          <a:lstStyle/>
          <a:p>
            <a:endParaRPr lang="zh-CN" altLang="en-US"/>
          </a:p>
        </p:txBody>
      </p:sp>
      <p:sp>
        <p:nvSpPr>
          <p:cNvPr id="16" name="圆角矩形 15">
            <a:extLst>
              <a:ext uri="{FF2B5EF4-FFF2-40B4-BE49-F238E27FC236}">
                <a16:creationId xmlns:a16="http://schemas.microsoft.com/office/drawing/2014/main" id="{64B8DA09-3337-412C-8FD0-43749E3B85CF}"/>
              </a:ext>
            </a:extLst>
          </p:cNvPr>
          <p:cNvSpPr>
            <a:spLocks noGrp="1"/>
          </p:cNvSpPr>
          <p:nvPr/>
        </p:nvSpPr>
        <p:spPr>
          <a:xfrm>
            <a:off x="8572500" y="2190750"/>
            <a:ext cx="2000250" cy="1219200"/>
          </a:xfrm>
          <a:prstGeom prst="roundRect">
            <a:avLst>
              <a:gd name="adj" fmla="val 9375"/>
            </a:avLst>
          </a:prstGeom>
          <a:solidFill>
            <a:srgbClr val="FFFFFF"/>
          </a:solidFill>
          <a:ln w="9525">
            <a:solidFill>
              <a:srgbClr val="DC2626"/>
            </a:solidFill>
            <a:prstDash val="solid"/>
          </a:ln>
        </p:spPr>
        <p:style>
          <a:lnRef idx="0">
            <a:scrgbClr r="0" g="0" b="0"/>
          </a:lnRef>
          <a:fillRef idx="0">
            <a:scrgbClr r="0" g="0" b="0"/>
          </a:fillRef>
          <a:effectRef idx="4">
            <a:scrgbClr r="0" g="0" b="0"/>
          </a:effectRef>
          <a:fontRef idx="major"/>
        </p:style>
        <p:txBody>
          <a:bodyPr/>
          <a:lstStyle/>
          <a:p>
            <a:endParaRPr lang="zh-CN" altLang="en-US"/>
          </a:p>
        </p:txBody>
      </p:sp>
      <p:sp>
        <p:nvSpPr>
          <p:cNvPr id="17" name="矩形 16">
            <a:extLst>
              <a:ext uri="{FF2B5EF4-FFF2-40B4-BE49-F238E27FC236}">
                <a16:creationId xmlns:a16="http://schemas.microsoft.com/office/drawing/2014/main" id="{91F1ED5E-46E8-4CAC-9E59-4740091807B8}"/>
              </a:ext>
            </a:extLst>
          </p:cNvPr>
          <p:cNvSpPr>
            <a:spLocks noGrp="1"/>
          </p:cNvSpPr>
          <p:nvPr/>
        </p:nvSpPr>
        <p:spPr>
          <a:xfrm>
            <a:off x="8724900" y="2343150"/>
            <a:ext cx="1695450" cy="247650"/>
          </a:xfrm>
          <a:prstGeom prst="rect">
            <a:avLst/>
          </a:prstGeom>
          <a:noFill/>
          <a:ln w="0">
            <a:noFill/>
            <a:prstDash val="solid"/>
          </a:ln>
        </p:spPr>
        <p:txBody>
          <a:bodyPr lIns="19050" tIns="19050" rIns="19050" bIns="19050" anchor="t">
            <a:normAutofit fontScale="87719"/>
          </a:bodyPr>
          <a:lstStyle/>
          <a:p>
            <a:pPr algn="l">
              <a:lnSpc>
                <a:spcPct val="110000"/>
              </a:lnSpc>
              <a:buNone/>
              <a:defRPr sz="1425" b="1">
                <a:solidFill>
                  <a:srgbClr val="DC2626"/>
                </a:solidFill>
                <a:latin typeface="PingFang SC"/>
                <a:ea typeface="PingFang SC"/>
                <a:cs typeface="PingFang SC"/>
              </a:defRPr>
            </a:pPr>
            <a:r>
              <a:rPr sz="1425" b="1">
                <a:solidFill>
                  <a:srgbClr val="DC2626"/>
                </a:solidFill>
                <a:latin typeface="PingFang SC"/>
                <a:ea typeface="PingFang SC"/>
                <a:cs typeface="PingFang SC"/>
              </a:rPr>
              <a:t>issue_type</a:t>
            </a:r>
          </a:p>
        </p:txBody>
      </p:sp>
      <p:sp>
        <p:nvSpPr>
          <p:cNvPr id="18" name="矩形 17">
            <a:extLst>
              <a:ext uri="{FF2B5EF4-FFF2-40B4-BE49-F238E27FC236}">
                <a16:creationId xmlns:a16="http://schemas.microsoft.com/office/drawing/2014/main" id="{7B805A0C-B7A8-4A45-BABA-B5CC62C266B2}"/>
              </a:ext>
            </a:extLst>
          </p:cNvPr>
          <p:cNvSpPr>
            <a:spLocks noGrp="1"/>
          </p:cNvSpPr>
          <p:nvPr/>
        </p:nvSpPr>
        <p:spPr>
          <a:xfrm>
            <a:off x="8724900" y="2667000"/>
            <a:ext cx="1695450" cy="647700"/>
          </a:xfrm>
          <a:prstGeom prst="rect">
            <a:avLst/>
          </a:prstGeom>
          <a:noFill/>
          <a:ln w="0">
            <a:noFill/>
            <a:prstDash val="solid"/>
          </a:ln>
        </p:spPr>
        <p:txBody>
          <a:bodyPr lIns="19050" tIns="19050" rIns="19050" bIns="19050" anchor="t">
            <a:normAutofit/>
          </a:bodyPr>
          <a:lstStyle/>
          <a:p>
            <a:pPr algn="l">
              <a:lnSpc>
                <a:spcPct val="114000"/>
              </a:lnSpc>
              <a:buNone/>
              <a:defRPr sz="1125" b="0">
                <a:solidFill>
                  <a:srgbClr val="172033"/>
                </a:solidFill>
                <a:latin typeface="PingFang SC"/>
                <a:ea typeface="PingFang SC"/>
                <a:cs typeface="PingFang SC"/>
              </a:defRPr>
            </a:pPr>
            <a:r>
              <a:rPr sz="1125" b="0">
                <a:solidFill>
                  <a:srgbClr val="172033"/>
                </a:solidFill>
                <a:latin typeface="PingFang SC"/>
                <a:ea typeface="PingFang SC"/>
                <a:cs typeface="PingFang SC"/>
              </a:rPr>
              <a:t>预测问题类型</a:t>
            </a:r>
          </a:p>
          <a:p>
            <a:pPr algn="l">
              <a:lnSpc>
                <a:spcPct val="114000"/>
              </a:lnSpc>
              <a:buNone/>
              <a:defRPr sz="1125" b="0">
                <a:solidFill>
                  <a:srgbClr val="172033"/>
                </a:solidFill>
                <a:latin typeface="PingFang SC"/>
                <a:ea typeface="PingFang SC"/>
                <a:cs typeface="PingFang SC"/>
              </a:defRPr>
            </a:pPr>
            <a:r>
              <a:rPr sz="1125" b="0">
                <a:solidFill>
                  <a:srgbClr val="172033"/>
                </a:solidFill>
                <a:latin typeface="PingFang SC"/>
                <a:ea typeface="PingFang SC"/>
                <a:cs typeface="PingFang SC"/>
              </a:rPr>
              <a:t>grammar / vocabulary 等</a:t>
            </a:r>
          </a:p>
        </p:txBody>
      </p:sp>
      <p:sp>
        <p:nvSpPr>
          <p:cNvPr id="19" name="圆角矩形 18">
            <a:extLst>
              <a:ext uri="{FF2B5EF4-FFF2-40B4-BE49-F238E27FC236}">
                <a16:creationId xmlns:a16="http://schemas.microsoft.com/office/drawing/2014/main" id="{45C87FD6-3611-483D-816D-332280061933}"/>
              </a:ext>
            </a:extLst>
          </p:cNvPr>
          <p:cNvSpPr>
            <a:spLocks noGrp="1"/>
          </p:cNvSpPr>
          <p:nvPr/>
        </p:nvSpPr>
        <p:spPr>
          <a:xfrm>
            <a:off x="1676400" y="4019550"/>
            <a:ext cx="8477250" cy="1123950"/>
          </a:xfrm>
          <a:prstGeom prst="roundRect">
            <a:avLst>
              <a:gd name="adj" fmla="val 10169"/>
            </a:avLst>
          </a:prstGeom>
          <a:solidFill>
            <a:srgbClr val="FFFFFF"/>
          </a:solidFill>
          <a:ln w="9525">
            <a:solidFill>
              <a:srgbClr val="D8DEE9"/>
            </a:solidFill>
            <a:prstDash val="solid"/>
          </a:ln>
        </p:spPr>
        <p:style>
          <a:lnRef idx="0">
            <a:scrgbClr r="0" g="0" b="0"/>
          </a:lnRef>
          <a:fillRef idx="0">
            <a:scrgbClr r="0" g="0" b="0"/>
          </a:fillRef>
          <a:effectRef idx="4">
            <a:scrgbClr r="0" g="0" b="0"/>
          </a:effectRef>
          <a:fontRef idx="major"/>
        </p:style>
        <p:txBody>
          <a:bodyPr/>
          <a:lstStyle/>
          <a:p>
            <a:endParaRPr lang="zh-CN" altLang="en-US"/>
          </a:p>
        </p:txBody>
      </p:sp>
      <p:sp>
        <p:nvSpPr>
          <p:cNvPr id="20" name="矩形 19">
            <a:extLst>
              <a:ext uri="{FF2B5EF4-FFF2-40B4-BE49-F238E27FC236}">
                <a16:creationId xmlns:a16="http://schemas.microsoft.com/office/drawing/2014/main" id="{926FC383-9E79-4B37-AD4D-E5BFBB9B4105}"/>
              </a:ext>
            </a:extLst>
          </p:cNvPr>
          <p:cNvSpPr>
            <a:spLocks noGrp="1"/>
          </p:cNvSpPr>
          <p:nvPr/>
        </p:nvSpPr>
        <p:spPr>
          <a:xfrm>
            <a:off x="1962150" y="4248150"/>
            <a:ext cx="2095500" cy="228600"/>
          </a:xfrm>
          <a:prstGeom prst="rect">
            <a:avLst/>
          </a:prstGeom>
          <a:noFill/>
          <a:ln w="0">
            <a:noFill/>
            <a:prstDash val="solid"/>
          </a:ln>
        </p:spPr>
        <p:txBody>
          <a:bodyPr lIns="19050" tIns="19050" rIns="19050" bIns="19050" anchor="t">
            <a:normAutofit fontScale="84175"/>
          </a:bodyPr>
          <a:lstStyle/>
          <a:p>
            <a:pPr algn="l">
              <a:lnSpc>
                <a:spcPct val="110000"/>
              </a:lnSpc>
              <a:buNone/>
              <a:defRPr sz="1350" b="1">
                <a:solidFill>
                  <a:srgbClr val="2563EB"/>
                </a:solidFill>
                <a:latin typeface="PingFang SC"/>
                <a:ea typeface="PingFang SC"/>
                <a:cs typeface="PingFang SC"/>
              </a:defRPr>
            </a:pPr>
            <a:r>
              <a:rPr sz="1350" b="1">
                <a:solidFill>
                  <a:srgbClr val="2563EB"/>
                </a:solidFill>
                <a:latin typeface="PingFang SC"/>
                <a:ea typeface="PingFang SC"/>
                <a:cs typeface="PingFang SC"/>
              </a:rPr>
              <a:t>统一后的记录示例</a:t>
            </a:r>
          </a:p>
        </p:txBody>
      </p:sp>
      <p:sp>
        <p:nvSpPr>
          <p:cNvPr id="21" name="矩形 20">
            <a:extLst>
              <a:ext uri="{FF2B5EF4-FFF2-40B4-BE49-F238E27FC236}">
                <a16:creationId xmlns:a16="http://schemas.microsoft.com/office/drawing/2014/main" id="{6C844895-0DCF-4F80-8A7B-BF484A3ACAB7}"/>
              </a:ext>
            </a:extLst>
          </p:cNvPr>
          <p:cNvSpPr>
            <a:spLocks noGrp="1"/>
          </p:cNvSpPr>
          <p:nvPr/>
        </p:nvSpPr>
        <p:spPr>
          <a:xfrm>
            <a:off x="1962150" y="4629150"/>
            <a:ext cx="7715250" cy="304800"/>
          </a:xfrm>
          <a:prstGeom prst="rect">
            <a:avLst/>
          </a:prstGeom>
          <a:noFill/>
          <a:ln w="0">
            <a:noFill/>
            <a:prstDash val="solid"/>
          </a:ln>
        </p:spPr>
        <p:txBody>
          <a:bodyPr lIns="19050" tIns="19050" rIns="19050" bIns="19050" anchor="t">
            <a:normAutofit fontScale="72853"/>
          </a:bodyPr>
          <a:lstStyle/>
          <a:p>
            <a:pPr algn="l">
              <a:lnSpc>
                <a:spcPct val="110000"/>
              </a:lnSpc>
              <a:buNone/>
              <a:defRPr sz="1350" b="0">
                <a:solidFill>
                  <a:srgbClr val="172033"/>
                </a:solidFill>
                <a:latin typeface="PingFang SC"/>
                <a:ea typeface="PingFang SC"/>
                <a:cs typeface="PingFang SC"/>
              </a:defRPr>
            </a:pPr>
            <a:r>
              <a:rPr sz="1350" b="0">
                <a:solidFill>
                  <a:srgbClr val="172033"/>
                </a:solidFill>
                <a:latin typeface="PingFang SC"/>
                <a:ea typeface="PingFang SC"/>
                <a:cs typeface="PingFang SC"/>
              </a:rPr>
              <a:t>feedback_item_id=FB-001 | target_span=people says | ai_suggestion=people say | issue_type=grammar | model_agreement=optional</a:t>
            </a:r>
          </a:p>
        </p:txBody>
      </p:sp>
      <p:sp>
        <p:nvSpPr>
          <p:cNvPr id="22" name="圆角矩形 21">
            <a:extLst>
              <a:ext uri="{FF2B5EF4-FFF2-40B4-BE49-F238E27FC236}">
                <a16:creationId xmlns:a16="http://schemas.microsoft.com/office/drawing/2014/main" id="{9AB5EF8E-3EEC-4E38-90B3-FE2041F892F7}"/>
              </a:ext>
            </a:extLst>
          </p:cNvPr>
          <p:cNvSpPr>
            <a:spLocks noGrp="1"/>
          </p:cNvSpPr>
          <p:nvPr/>
        </p:nvSpPr>
        <p:spPr>
          <a:xfrm>
            <a:off x="2724150" y="5429250"/>
            <a:ext cx="6477000" cy="742950"/>
          </a:xfrm>
          <a:prstGeom prst="roundRect">
            <a:avLst>
              <a:gd name="adj" fmla="val 15385"/>
            </a:avLst>
          </a:prstGeom>
          <a:solidFill>
            <a:srgbClr val="FFFFFF"/>
          </a:solidFill>
          <a:ln w="9525">
            <a:solidFill>
              <a:srgbClr val="D8DEE9"/>
            </a:solidFill>
            <a:prstDash val="solid"/>
          </a:ln>
        </p:spPr>
        <p:style>
          <a:lnRef idx="0">
            <a:scrgbClr r="0" g="0" b="0"/>
          </a:lnRef>
          <a:fillRef idx="0">
            <a:scrgbClr r="0" g="0" b="0"/>
          </a:fillRef>
          <a:effectRef idx="4">
            <a:scrgbClr r="0" g="0" b="0"/>
          </a:effectRef>
          <a:fontRef idx="major"/>
        </p:style>
        <p:txBody>
          <a:bodyPr/>
          <a:lstStyle/>
          <a:p>
            <a:endParaRPr lang="zh-CN" altLang="en-US"/>
          </a:p>
        </p:txBody>
      </p:sp>
      <p:sp>
        <p:nvSpPr>
          <p:cNvPr id="23" name="矩形 22">
            <a:extLst>
              <a:ext uri="{FF2B5EF4-FFF2-40B4-BE49-F238E27FC236}">
                <a16:creationId xmlns:a16="http://schemas.microsoft.com/office/drawing/2014/main" id="{C28EB20E-5FCC-4E79-92C5-EC6EA22F6C81}"/>
              </a:ext>
            </a:extLst>
          </p:cNvPr>
          <p:cNvSpPr>
            <a:spLocks noGrp="1"/>
          </p:cNvSpPr>
          <p:nvPr/>
        </p:nvSpPr>
        <p:spPr>
          <a:xfrm>
            <a:off x="2724150" y="5429250"/>
            <a:ext cx="66675" cy="742950"/>
          </a:xfrm>
          <a:prstGeom prst="rect">
            <a:avLst/>
          </a:prstGeom>
          <a:solidFill>
            <a:srgbClr val="0F766E"/>
          </a:solidFill>
          <a:ln w="0">
            <a:solidFill>
              <a:srgbClr val="0F766E"/>
            </a:solidFill>
            <a:prstDash val="solid"/>
          </a:ln>
        </p:spPr>
        <p:txBody>
          <a:bodyPr/>
          <a:lstStyle/>
          <a:p>
            <a:endParaRPr lang="zh-CN" altLang="en-US"/>
          </a:p>
        </p:txBody>
      </p:sp>
      <p:sp>
        <p:nvSpPr>
          <p:cNvPr id="24" name="矩形 23">
            <a:extLst>
              <a:ext uri="{FF2B5EF4-FFF2-40B4-BE49-F238E27FC236}">
                <a16:creationId xmlns:a16="http://schemas.microsoft.com/office/drawing/2014/main" id="{971CD878-F0DC-4DF5-B7B3-0A2E927E8E8D}"/>
              </a:ext>
            </a:extLst>
          </p:cNvPr>
          <p:cNvSpPr>
            <a:spLocks noGrp="1"/>
          </p:cNvSpPr>
          <p:nvPr/>
        </p:nvSpPr>
        <p:spPr>
          <a:xfrm>
            <a:off x="2914650" y="5600700"/>
            <a:ext cx="6134100" cy="266700"/>
          </a:xfrm>
          <a:prstGeom prst="rect">
            <a:avLst/>
          </a:prstGeom>
          <a:noFill/>
          <a:ln w="0">
            <a:noFill/>
            <a:prstDash val="solid"/>
          </a:ln>
        </p:spPr>
        <p:txBody>
          <a:bodyPr lIns="19050" tIns="19050" rIns="19050" bIns="19050" anchor="t">
            <a:normAutofit/>
          </a:bodyPr>
          <a:lstStyle/>
          <a:p>
            <a:pPr algn="l">
              <a:lnSpc>
                <a:spcPct val="110000"/>
              </a:lnSpc>
              <a:buNone/>
              <a:defRPr sz="1350" b="1">
                <a:solidFill>
                  <a:srgbClr val="0F766E"/>
                </a:solidFill>
                <a:latin typeface="PingFang SC"/>
                <a:ea typeface="PingFang SC"/>
                <a:cs typeface="PingFang SC"/>
              </a:defRPr>
            </a:pPr>
            <a:r>
              <a:rPr sz="1350" b="1">
                <a:solidFill>
                  <a:srgbClr val="0F766E"/>
                </a:solidFill>
                <a:latin typeface="PingFang SC"/>
                <a:ea typeface="PingFang SC"/>
                <a:cs typeface="PingFang SC"/>
              </a:rPr>
              <a:t>为什么重要</a:t>
            </a:r>
          </a:p>
        </p:txBody>
      </p:sp>
      <p:sp>
        <p:nvSpPr>
          <p:cNvPr id="25" name="矩形 24">
            <a:extLst>
              <a:ext uri="{FF2B5EF4-FFF2-40B4-BE49-F238E27FC236}">
                <a16:creationId xmlns:a16="http://schemas.microsoft.com/office/drawing/2014/main" id="{351FEC47-0987-46B7-A85E-4186D0D6BB39}"/>
              </a:ext>
            </a:extLst>
          </p:cNvPr>
          <p:cNvSpPr>
            <a:spLocks noGrp="1"/>
          </p:cNvSpPr>
          <p:nvPr/>
        </p:nvSpPr>
        <p:spPr>
          <a:xfrm>
            <a:off x="2914650" y="5943600"/>
            <a:ext cx="6134100" cy="95250"/>
          </a:xfrm>
          <a:prstGeom prst="rect">
            <a:avLst/>
          </a:prstGeom>
          <a:noFill/>
          <a:ln w="0">
            <a:noFill/>
            <a:prstDash val="solid"/>
          </a:ln>
        </p:spPr>
        <p:txBody>
          <a:bodyPr lIns="19050" tIns="19050" rIns="19050" bIns="19050" anchor="t">
            <a:normAutofit fontScale="24925"/>
          </a:bodyPr>
          <a:lstStyle/>
          <a:p>
            <a:pPr algn="l">
              <a:lnSpc>
                <a:spcPct val="118000"/>
              </a:lnSpc>
              <a:buNone/>
              <a:defRPr sz="1275" b="0">
                <a:solidFill>
                  <a:srgbClr val="172033"/>
                </a:solidFill>
                <a:latin typeface="PingFang SC"/>
                <a:ea typeface="PingFang SC"/>
                <a:cs typeface="PingFang SC"/>
              </a:defRPr>
            </a:pPr>
            <a:r>
              <a:rPr sz="1275" b="0">
                <a:solidFill>
                  <a:srgbClr val="172033"/>
                </a:solidFill>
                <a:latin typeface="PingFang SC"/>
                <a:ea typeface="PingFang SC"/>
                <a:cs typeface="PingFang SC"/>
              </a:rPr>
              <a:t>没有统一格式，就无法比较多模型反馈，也无法让教师队列、报告导出和评估脚本复用同一套逻辑。</a:t>
            </a:r>
          </a:p>
        </p:txBody>
      </p:sp>
      <p:sp>
        <p:nvSpPr>
          <p:cNvPr id="26" name="矩形 25">
            <a:extLst>
              <a:ext uri="{FF2B5EF4-FFF2-40B4-BE49-F238E27FC236}">
                <a16:creationId xmlns:a16="http://schemas.microsoft.com/office/drawing/2014/main" id="{9E55EA55-675F-4944-9765-4EBFC79CFBAC}"/>
              </a:ext>
            </a:extLst>
          </p:cNvPr>
          <p:cNvSpPr>
            <a:spLocks noGrp="1"/>
          </p:cNvSpPr>
          <p:nvPr/>
        </p:nvSpPr>
        <p:spPr>
          <a:xfrm>
            <a:off x="609600" y="6553200"/>
            <a:ext cx="4000500" cy="171450"/>
          </a:xfrm>
          <a:prstGeom prst="rect">
            <a:avLst/>
          </a:prstGeom>
          <a:noFill/>
          <a:ln w="0">
            <a:noFill/>
            <a:prstDash val="solid"/>
          </a:ln>
        </p:spPr>
        <p:txBody>
          <a:bodyPr lIns="19050" tIns="19050" rIns="19050" bIns="19050" anchor="t">
            <a:normAutofit/>
          </a:bodyPr>
          <a:lstStyle/>
          <a:p>
            <a:pPr algn="l">
              <a:lnSpc>
                <a:spcPct val="110000"/>
              </a:lnSpc>
              <a:buNone/>
              <a:defRPr sz="750" b="0">
                <a:solidFill>
                  <a:srgbClr val="8792A3"/>
                </a:solidFill>
                <a:latin typeface="PingFang SC"/>
                <a:ea typeface="PingFang SC"/>
                <a:cs typeface="PingFang SC"/>
              </a:defRPr>
            </a:pPr>
            <a:r>
              <a:rPr sz="750" b="0">
                <a:solidFill>
                  <a:srgbClr val="8792A3"/>
                </a:solidFill>
                <a:latin typeface="PingFang SC"/>
                <a:ea typeface="PingFang SC"/>
                <a:cs typeface="PingFang SC"/>
              </a:rPr>
              <a:t>ConsensusScope workflow explanation | 5/12</a:t>
            </a:r>
          </a:p>
        </p:txBody>
      </p:sp>
    </p:spTree>
    <p:extLst>
      <p:ext uri="{BB962C8B-B14F-4D97-AF65-F5344CB8AC3E}">
        <p14:creationId xmlns:p14="http://schemas.microsoft.com/office/powerpoint/2010/main" val="5859839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9" name="矩形 18">
            <a:extLst>
              <a:ext uri="{FF2B5EF4-FFF2-40B4-BE49-F238E27FC236}">
                <a16:creationId xmlns:a16="http://schemas.microsoft.com/office/drawing/2014/main" id="{145F051A-8DE9-4795-BBB2-EEEEE3890F3D}"/>
              </a:ext>
            </a:extLst>
          </p:cNvPr>
          <p:cNvSpPr>
            <a:spLocks noGrp="1"/>
          </p:cNvSpPr>
          <p:nvPr/>
        </p:nvSpPr>
        <p:spPr>
          <a:xfrm>
            <a:off x="609600" y="400050"/>
            <a:ext cx="4953000" cy="266700"/>
          </a:xfrm>
          <a:prstGeom prst="rect">
            <a:avLst/>
          </a:prstGeom>
          <a:noFill/>
          <a:ln w="0">
            <a:noFill/>
            <a:prstDash val="solid"/>
          </a:ln>
        </p:spPr>
        <p:txBody>
          <a:bodyPr lIns="19050" tIns="19050" rIns="19050" bIns="19050" anchor="t">
            <a:normAutofit/>
          </a:bodyPr>
          <a:lstStyle/>
          <a:p>
            <a:pPr algn="l">
              <a:lnSpc>
                <a:spcPct val="110000"/>
              </a:lnSpc>
              <a:buNone/>
              <a:defRPr sz="975" b="1">
                <a:solidFill>
                  <a:srgbClr val="2563EB"/>
                </a:solidFill>
                <a:latin typeface="PingFang SC"/>
                <a:ea typeface="PingFang SC"/>
                <a:cs typeface="PingFang SC"/>
              </a:defRPr>
            </a:pPr>
            <a:r>
              <a:rPr sz="975" b="1">
                <a:solidFill>
                  <a:srgbClr val="2563EB"/>
                </a:solidFill>
                <a:latin typeface="PingFang SC"/>
                <a:ea typeface="PingFang SC"/>
                <a:cs typeface="PingFang SC"/>
              </a:rPr>
              <a:t>Step 4</a:t>
            </a:r>
          </a:p>
        </p:txBody>
      </p:sp>
      <p:sp>
        <p:nvSpPr>
          <p:cNvPr id="2" name="矩形 1">
            <a:extLst>
              <a:ext uri="{FF2B5EF4-FFF2-40B4-BE49-F238E27FC236}">
                <a16:creationId xmlns:a16="http://schemas.microsoft.com/office/drawing/2014/main" id="{0FA3D0CA-89FB-40AE-AE4F-EFD071AB008E}"/>
              </a:ext>
            </a:extLst>
          </p:cNvPr>
          <p:cNvSpPr>
            <a:spLocks noGrp="1"/>
          </p:cNvSpPr>
          <p:nvPr/>
        </p:nvSpPr>
        <p:spPr>
          <a:xfrm>
            <a:off x="609600" y="723900"/>
            <a:ext cx="8763000" cy="590550"/>
          </a:xfrm>
          <a:prstGeom prst="rect">
            <a:avLst/>
          </a:prstGeom>
          <a:noFill/>
          <a:ln w="0">
            <a:noFill/>
            <a:prstDash val="solid"/>
          </a:ln>
        </p:spPr>
        <p:txBody>
          <a:bodyPr lIns="19050" tIns="19050" rIns="19050" bIns="19050" anchor="t">
            <a:normAutofit/>
          </a:bodyPr>
          <a:lstStyle/>
          <a:p>
            <a:pPr algn="l">
              <a:lnSpc>
                <a:spcPct val="102000"/>
              </a:lnSpc>
              <a:buNone/>
              <a:defRPr sz="2550" b="1">
                <a:solidFill>
                  <a:srgbClr val="172033"/>
                </a:solidFill>
                <a:latin typeface="PingFang SC"/>
                <a:ea typeface="PingFang SC"/>
                <a:cs typeface="PingFang SC"/>
              </a:defRPr>
            </a:pPr>
            <a:r>
              <a:rPr sz="2550" b="1">
                <a:solidFill>
                  <a:srgbClr val="172033"/>
                </a:solidFill>
                <a:latin typeface="PingFang SC"/>
                <a:ea typeface="PingFang SC"/>
                <a:cs typeface="PingFang SC"/>
              </a:rPr>
              <a:t>核心算法：Feedback Safety Graph Routing</a:t>
            </a:r>
          </a:p>
        </p:txBody>
      </p:sp>
      <p:sp>
        <p:nvSpPr>
          <p:cNvPr id="3" name="矩形 2">
            <a:extLst>
              <a:ext uri="{FF2B5EF4-FFF2-40B4-BE49-F238E27FC236}">
                <a16:creationId xmlns:a16="http://schemas.microsoft.com/office/drawing/2014/main" id="{A7D6BC83-A035-4E08-9991-AD3C40E7F54A}"/>
              </a:ext>
            </a:extLst>
          </p:cNvPr>
          <p:cNvSpPr>
            <a:spLocks noGrp="1"/>
          </p:cNvSpPr>
          <p:nvPr/>
        </p:nvSpPr>
        <p:spPr>
          <a:xfrm>
            <a:off x="609600" y="1352550"/>
            <a:ext cx="8953500" cy="400050"/>
          </a:xfrm>
          <a:prstGeom prst="rect">
            <a:avLst/>
          </a:prstGeom>
          <a:noFill/>
          <a:ln w="0">
            <a:noFill/>
            <a:prstDash val="solid"/>
          </a:ln>
        </p:spPr>
        <p:txBody>
          <a:bodyPr lIns="19050" tIns="19050" rIns="19050" bIns="19050" anchor="t">
            <a:normAutofit/>
          </a:bodyPr>
          <a:lstStyle/>
          <a:p>
            <a:pPr algn="l">
              <a:lnSpc>
                <a:spcPct val="118000"/>
              </a:lnSpc>
              <a:buNone/>
              <a:defRPr sz="1350" b="0">
                <a:solidFill>
                  <a:srgbClr val="5B667A"/>
                </a:solidFill>
                <a:latin typeface="PingFang SC"/>
                <a:ea typeface="PingFang SC"/>
                <a:cs typeface="PingFang SC"/>
              </a:defRPr>
            </a:pPr>
            <a:r>
              <a:rPr sz="1350" b="0">
                <a:solidFill>
                  <a:srgbClr val="5B667A"/>
                </a:solidFill>
                <a:latin typeface="PingFang SC"/>
                <a:ea typeface="PingFang SC"/>
                <a:cs typeface="PingFang SC"/>
              </a:rPr>
              <a:t>算法输入一条反馈，输出 route、risk score 和 safety graph。</a:t>
            </a:r>
          </a:p>
        </p:txBody>
      </p:sp>
      <p:sp>
        <p:nvSpPr>
          <p:cNvPr id="4" name="圆角矩形 3">
            <a:extLst>
              <a:ext uri="{FF2B5EF4-FFF2-40B4-BE49-F238E27FC236}">
                <a16:creationId xmlns:a16="http://schemas.microsoft.com/office/drawing/2014/main" id="{C6E8A018-0B26-4352-BBDE-F7C306E9EAEF}"/>
              </a:ext>
            </a:extLst>
          </p:cNvPr>
          <p:cNvSpPr>
            <a:spLocks noGrp="1"/>
          </p:cNvSpPr>
          <p:nvPr/>
        </p:nvSpPr>
        <p:spPr>
          <a:xfrm>
            <a:off x="685800" y="2038350"/>
            <a:ext cx="2381250" cy="2952750"/>
          </a:xfrm>
          <a:prstGeom prst="roundRect">
            <a:avLst>
              <a:gd name="adj" fmla="val 4800"/>
            </a:avLst>
          </a:prstGeom>
          <a:solidFill>
            <a:srgbClr val="FFFFFF"/>
          </a:solidFill>
          <a:ln w="9525">
            <a:solidFill>
              <a:srgbClr val="2563EB"/>
            </a:solidFill>
            <a:prstDash val="solid"/>
          </a:ln>
        </p:spPr>
        <p:style>
          <a:lnRef idx="0">
            <a:scrgbClr r="0" g="0" b="0"/>
          </a:lnRef>
          <a:fillRef idx="0">
            <a:scrgbClr r="0" g="0" b="0"/>
          </a:fillRef>
          <a:effectRef idx="4">
            <a:scrgbClr r="0" g="0" b="0"/>
          </a:effectRef>
          <a:fontRef idx="major"/>
        </p:style>
        <p:txBody>
          <a:bodyPr/>
          <a:lstStyle/>
          <a:p>
            <a:endParaRPr lang="zh-CN" altLang="en-US"/>
          </a:p>
        </p:txBody>
      </p:sp>
      <p:sp>
        <p:nvSpPr>
          <p:cNvPr id="5" name="矩形 4">
            <a:extLst>
              <a:ext uri="{FF2B5EF4-FFF2-40B4-BE49-F238E27FC236}">
                <a16:creationId xmlns:a16="http://schemas.microsoft.com/office/drawing/2014/main" id="{8B38B9FC-63C8-4435-971C-ABE6D633942B}"/>
              </a:ext>
            </a:extLst>
          </p:cNvPr>
          <p:cNvSpPr>
            <a:spLocks noGrp="1"/>
          </p:cNvSpPr>
          <p:nvPr/>
        </p:nvSpPr>
        <p:spPr>
          <a:xfrm>
            <a:off x="838200" y="2190750"/>
            <a:ext cx="2076450" cy="247650"/>
          </a:xfrm>
          <a:prstGeom prst="rect">
            <a:avLst/>
          </a:prstGeom>
          <a:noFill/>
          <a:ln w="0">
            <a:noFill/>
            <a:prstDash val="solid"/>
          </a:ln>
        </p:spPr>
        <p:txBody>
          <a:bodyPr lIns="19050" tIns="19050" rIns="19050" bIns="19050" anchor="t">
            <a:normAutofit fontScale="87719"/>
          </a:bodyPr>
          <a:lstStyle/>
          <a:p>
            <a:pPr algn="l">
              <a:lnSpc>
                <a:spcPct val="110000"/>
              </a:lnSpc>
              <a:buNone/>
              <a:defRPr sz="1425" b="1">
                <a:solidFill>
                  <a:srgbClr val="2563EB"/>
                </a:solidFill>
                <a:latin typeface="PingFang SC"/>
                <a:ea typeface="PingFang SC"/>
                <a:cs typeface="PingFang SC"/>
              </a:defRPr>
            </a:pPr>
            <a:r>
              <a:rPr sz="1425" b="1">
                <a:solidFill>
                  <a:srgbClr val="2563EB"/>
                </a:solidFill>
                <a:latin typeface="PingFang SC"/>
                <a:ea typeface="PingFang SC"/>
                <a:cs typeface="PingFang SC"/>
              </a:rPr>
              <a:t>Deploy-time signals</a:t>
            </a:r>
          </a:p>
        </p:txBody>
      </p:sp>
      <p:sp>
        <p:nvSpPr>
          <p:cNvPr id="6" name="矩形 5">
            <a:extLst>
              <a:ext uri="{FF2B5EF4-FFF2-40B4-BE49-F238E27FC236}">
                <a16:creationId xmlns:a16="http://schemas.microsoft.com/office/drawing/2014/main" id="{7C1F71F3-8179-4D6B-82A0-EA678E837D82}"/>
              </a:ext>
            </a:extLst>
          </p:cNvPr>
          <p:cNvSpPr>
            <a:spLocks noGrp="1"/>
          </p:cNvSpPr>
          <p:nvPr/>
        </p:nvSpPr>
        <p:spPr>
          <a:xfrm>
            <a:off x="838200" y="2514600"/>
            <a:ext cx="2076450" cy="2381250"/>
          </a:xfrm>
          <a:prstGeom prst="rect">
            <a:avLst/>
          </a:prstGeom>
          <a:noFill/>
          <a:ln w="0">
            <a:noFill/>
            <a:prstDash val="solid"/>
          </a:ln>
        </p:spPr>
        <p:txBody>
          <a:bodyPr lIns="19050" tIns="19050" rIns="19050" bIns="19050" anchor="t">
            <a:normAutofit/>
          </a:bodyPr>
          <a:lstStyle/>
          <a:p>
            <a:pPr algn="l">
              <a:lnSpc>
                <a:spcPct val="114000"/>
              </a:lnSpc>
              <a:buNone/>
              <a:defRPr sz="1125" b="0">
                <a:solidFill>
                  <a:srgbClr val="172033"/>
                </a:solidFill>
                <a:latin typeface="PingFang SC"/>
                <a:ea typeface="PingFang SC"/>
                <a:cs typeface="PingFang SC"/>
              </a:defRPr>
            </a:pPr>
            <a:r>
              <a:rPr sz="1125" b="0">
                <a:solidFill>
                  <a:srgbClr val="172033"/>
                </a:solidFill>
                <a:latin typeface="PingFang SC"/>
                <a:ea typeface="PingFang SC"/>
                <a:cs typeface="PingFang SC"/>
              </a:rPr>
              <a:t>issue risk</a:t>
            </a:r>
          </a:p>
          <a:p>
            <a:pPr algn="l">
              <a:lnSpc>
                <a:spcPct val="114000"/>
              </a:lnSpc>
              <a:buNone/>
              <a:defRPr sz="1125" b="0">
                <a:solidFill>
                  <a:srgbClr val="172033"/>
                </a:solidFill>
                <a:latin typeface="PingFang SC"/>
                <a:ea typeface="PingFang SC"/>
                <a:cs typeface="PingFang SC"/>
              </a:defRPr>
            </a:pPr>
            <a:r>
              <a:rPr sz="1125" b="0">
                <a:solidFill>
                  <a:srgbClr val="172033"/>
                </a:solidFill>
                <a:latin typeface="PingFang SC"/>
                <a:ea typeface="PingFang SC"/>
                <a:cs typeface="PingFang SC"/>
              </a:rPr>
              <a:t>parse error</a:t>
            </a:r>
          </a:p>
          <a:p>
            <a:pPr algn="l">
              <a:lnSpc>
                <a:spcPct val="114000"/>
              </a:lnSpc>
              <a:buNone/>
              <a:defRPr sz="1125" b="0">
                <a:solidFill>
                  <a:srgbClr val="172033"/>
                </a:solidFill>
                <a:latin typeface="PingFang SC"/>
                <a:ea typeface="PingFang SC"/>
                <a:cs typeface="PingFang SC"/>
              </a:defRPr>
            </a:pPr>
            <a:r>
              <a:rPr sz="1125" b="0">
                <a:solidFill>
                  <a:srgbClr val="172033"/>
                </a:solidFill>
                <a:latin typeface="PingFang SC"/>
                <a:ea typeface="PingFang SC"/>
                <a:cs typeface="PingFang SC"/>
              </a:rPr>
              <a:t>evidence status</a:t>
            </a:r>
          </a:p>
          <a:p>
            <a:pPr algn="l">
              <a:lnSpc>
                <a:spcPct val="114000"/>
              </a:lnSpc>
              <a:buNone/>
              <a:defRPr sz="1125" b="0">
                <a:solidFill>
                  <a:srgbClr val="172033"/>
                </a:solidFill>
                <a:latin typeface="PingFang SC"/>
                <a:ea typeface="PingFang SC"/>
                <a:cs typeface="PingFang SC"/>
              </a:defRPr>
            </a:pPr>
            <a:r>
              <a:rPr sz="1125" b="0">
                <a:solidFill>
                  <a:srgbClr val="172033"/>
                </a:solidFill>
                <a:latin typeface="PingFang SC"/>
                <a:ea typeface="PingFang SC"/>
                <a:cs typeface="PingFang SC"/>
              </a:rPr>
              <a:t>meaning-change cue</a:t>
            </a:r>
          </a:p>
          <a:p>
            <a:pPr algn="l">
              <a:lnSpc>
                <a:spcPct val="114000"/>
              </a:lnSpc>
              <a:buNone/>
              <a:defRPr sz="1125" b="0">
                <a:solidFill>
                  <a:srgbClr val="172033"/>
                </a:solidFill>
                <a:latin typeface="PingFang SC"/>
                <a:ea typeface="PingFang SC"/>
                <a:cs typeface="PingFang SC"/>
              </a:defRPr>
            </a:pPr>
            <a:r>
              <a:rPr sz="1125" b="0">
                <a:solidFill>
                  <a:srgbClr val="172033"/>
                </a:solidFill>
                <a:latin typeface="PingFang SC"/>
                <a:ea typeface="PingFang SC"/>
                <a:cs typeface="PingFang SC"/>
              </a:rPr>
              <a:t>semantic drift</a:t>
            </a:r>
          </a:p>
          <a:p>
            <a:pPr algn="l">
              <a:lnSpc>
                <a:spcPct val="114000"/>
              </a:lnSpc>
              <a:buNone/>
              <a:defRPr sz="1125" b="0">
                <a:solidFill>
                  <a:srgbClr val="172033"/>
                </a:solidFill>
                <a:latin typeface="PingFang SC"/>
                <a:ea typeface="PingFang SC"/>
                <a:cs typeface="PingFang SC"/>
              </a:defRPr>
            </a:pPr>
            <a:r>
              <a:rPr sz="1125" b="0">
                <a:solidFill>
                  <a:srgbClr val="172033"/>
                </a:solidFill>
                <a:latin typeface="PingFang SC"/>
                <a:ea typeface="PingFang SC"/>
                <a:cs typeface="PingFang SC"/>
              </a:rPr>
              <a:t>unsupported claim</a:t>
            </a:r>
          </a:p>
          <a:p>
            <a:pPr algn="l">
              <a:lnSpc>
                <a:spcPct val="114000"/>
              </a:lnSpc>
              <a:buNone/>
              <a:defRPr sz="1125" b="0">
                <a:solidFill>
                  <a:srgbClr val="172033"/>
                </a:solidFill>
                <a:latin typeface="PingFang SC"/>
                <a:ea typeface="PingFang SC"/>
                <a:cs typeface="PingFang SC"/>
              </a:defRPr>
            </a:pPr>
            <a:r>
              <a:rPr sz="1125" b="0">
                <a:solidFill>
                  <a:srgbClr val="172033"/>
                </a:solidFill>
                <a:latin typeface="PingFang SC"/>
                <a:ea typeface="PingFang SC"/>
                <a:cs typeface="PingFang SC"/>
              </a:rPr>
              <a:t>harsh tone</a:t>
            </a:r>
          </a:p>
          <a:p>
            <a:pPr algn="l">
              <a:lnSpc>
                <a:spcPct val="114000"/>
              </a:lnSpc>
              <a:buNone/>
              <a:defRPr sz="1125" b="0">
                <a:solidFill>
                  <a:srgbClr val="172033"/>
                </a:solidFill>
                <a:latin typeface="PingFang SC"/>
                <a:ea typeface="PingFang SC"/>
                <a:cs typeface="PingFang SC"/>
              </a:defRPr>
            </a:pPr>
            <a:r>
              <a:rPr sz="1125" b="0">
                <a:solidFill>
                  <a:srgbClr val="172033"/>
                </a:solidFill>
                <a:latin typeface="PingFang SC"/>
                <a:ea typeface="PingFang SC"/>
                <a:cs typeface="PingFang SC"/>
              </a:rPr>
              <a:t>low agreement</a:t>
            </a:r>
          </a:p>
        </p:txBody>
      </p:sp>
      <p:sp>
        <p:nvSpPr>
          <p:cNvPr id="7" name="右箭头 6">
            <a:extLst>
              <a:ext uri="{FF2B5EF4-FFF2-40B4-BE49-F238E27FC236}">
                <a16:creationId xmlns:a16="http://schemas.microsoft.com/office/drawing/2014/main" id="{0B738BE7-F199-445E-B923-1A95A9820B72}"/>
              </a:ext>
            </a:extLst>
          </p:cNvPr>
          <p:cNvSpPr>
            <a:spLocks noGrp="1"/>
          </p:cNvSpPr>
          <p:nvPr/>
        </p:nvSpPr>
        <p:spPr>
          <a:xfrm>
            <a:off x="3295650" y="3286125"/>
            <a:ext cx="590550" cy="342900"/>
          </a:xfrm>
          <a:prstGeom prst="rightArrow">
            <a:avLst/>
          </a:prstGeom>
          <a:solidFill>
            <a:srgbClr val="2563EB"/>
          </a:solidFill>
          <a:ln w="9525">
            <a:solidFill>
              <a:srgbClr val="2563EB"/>
            </a:solidFill>
            <a:prstDash val="solid"/>
          </a:ln>
        </p:spPr>
        <p:txBody>
          <a:bodyPr/>
          <a:lstStyle/>
          <a:p>
            <a:endParaRPr lang="zh-CN" altLang="en-US"/>
          </a:p>
        </p:txBody>
      </p:sp>
      <p:sp>
        <p:nvSpPr>
          <p:cNvPr id="8" name="圆角矩形 7">
            <a:extLst>
              <a:ext uri="{FF2B5EF4-FFF2-40B4-BE49-F238E27FC236}">
                <a16:creationId xmlns:a16="http://schemas.microsoft.com/office/drawing/2014/main" id="{AA41D9FE-6C5B-48E7-9BF3-790649BE547A}"/>
              </a:ext>
            </a:extLst>
          </p:cNvPr>
          <p:cNvSpPr>
            <a:spLocks noGrp="1"/>
          </p:cNvSpPr>
          <p:nvPr/>
        </p:nvSpPr>
        <p:spPr>
          <a:xfrm>
            <a:off x="4095750" y="2038350"/>
            <a:ext cx="2476500" cy="2952750"/>
          </a:xfrm>
          <a:prstGeom prst="roundRect">
            <a:avLst>
              <a:gd name="adj" fmla="val 4615"/>
            </a:avLst>
          </a:prstGeom>
          <a:solidFill>
            <a:srgbClr val="FFFFFF"/>
          </a:solidFill>
          <a:ln w="9525">
            <a:solidFill>
              <a:srgbClr val="0F766E"/>
            </a:solidFill>
            <a:prstDash val="solid"/>
          </a:ln>
        </p:spPr>
        <p:style>
          <a:lnRef idx="0">
            <a:scrgbClr r="0" g="0" b="0"/>
          </a:lnRef>
          <a:fillRef idx="0">
            <a:scrgbClr r="0" g="0" b="0"/>
          </a:fillRef>
          <a:effectRef idx="4">
            <a:scrgbClr r="0" g="0" b="0"/>
          </a:effectRef>
          <a:fontRef idx="major"/>
        </p:style>
        <p:txBody>
          <a:bodyPr/>
          <a:lstStyle/>
          <a:p>
            <a:endParaRPr lang="zh-CN" altLang="en-US"/>
          </a:p>
        </p:txBody>
      </p:sp>
      <p:sp>
        <p:nvSpPr>
          <p:cNvPr id="9" name="矩形 8">
            <a:extLst>
              <a:ext uri="{FF2B5EF4-FFF2-40B4-BE49-F238E27FC236}">
                <a16:creationId xmlns:a16="http://schemas.microsoft.com/office/drawing/2014/main" id="{DDA57F80-A480-461E-89E5-BE27CF67FB49}"/>
              </a:ext>
            </a:extLst>
          </p:cNvPr>
          <p:cNvSpPr>
            <a:spLocks noGrp="1"/>
          </p:cNvSpPr>
          <p:nvPr/>
        </p:nvSpPr>
        <p:spPr>
          <a:xfrm>
            <a:off x="4248150" y="2190750"/>
            <a:ext cx="2171700" cy="247650"/>
          </a:xfrm>
          <a:prstGeom prst="rect">
            <a:avLst/>
          </a:prstGeom>
          <a:noFill/>
          <a:ln w="0">
            <a:noFill/>
            <a:prstDash val="solid"/>
          </a:ln>
        </p:spPr>
        <p:txBody>
          <a:bodyPr lIns="19050" tIns="19050" rIns="19050" bIns="19050" anchor="t">
            <a:normAutofit fontScale="87719"/>
          </a:bodyPr>
          <a:lstStyle/>
          <a:p>
            <a:pPr algn="l">
              <a:lnSpc>
                <a:spcPct val="110000"/>
              </a:lnSpc>
              <a:buNone/>
              <a:defRPr sz="1425" b="1">
                <a:solidFill>
                  <a:srgbClr val="0F766E"/>
                </a:solidFill>
                <a:latin typeface="PingFang SC"/>
                <a:ea typeface="PingFang SC"/>
                <a:cs typeface="PingFang SC"/>
              </a:defRPr>
            </a:pPr>
            <a:r>
              <a:rPr sz="1425" b="1">
                <a:solidFill>
                  <a:srgbClr val="0F766E"/>
                </a:solidFill>
                <a:latin typeface="PingFang SC"/>
                <a:ea typeface="PingFang SC"/>
                <a:cs typeface="PingFang SC"/>
              </a:rPr>
              <a:t>Safety dimensions</a:t>
            </a:r>
          </a:p>
        </p:txBody>
      </p:sp>
      <p:sp>
        <p:nvSpPr>
          <p:cNvPr id="10" name="矩形 9">
            <a:extLst>
              <a:ext uri="{FF2B5EF4-FFF2-40B4-BE49-F238E27FC236}">
                <a16:creationId xmlns:a16="http://schemas.microsoft.com/office/drawing/2014/main" id="{EFB1165C-233B-4C46-8313-30E012192546}"/>
              </a:ext>
            </a:extLst>
          </p:cNvPr>
          <p:cNvSpPr>
            <a:spLocks noGrp="1"/>
          </p:cNvSpPr>
          <p:nvPr/>
        </p:nvSpPr>
        <p:spPr>
          <a:xfrm>
            <a:off x="4248150" y="2514600"/>
            <a:ext cx="2171700" cy="2381250"/>
          </a:xfrm>
          <a:prstGeom prst="rect">
            <a:avLst/>
          </a:prstGeom>
          <a:noFill/>
          <a:ln w="0">
            <a:noFill/>
            <a:prstDash val="solid"/>
          </a:ln>
        </p:spPr>
        <p:txBody>
          <a:bodyPr lIns="19050" tIns="19050" rIns="19050" bIns="19050" anchor="t">
            <a:normAutofit/>
          </a:bodyPr>
          <a:lstStyle/>
          <a:p>
            <a:pPr algn="l">
              <a:lnSpc>
                <a:spcPct val="114000"/>
              </a:lnSpc>
              <a:buNone/>
              <a:defRPr sz="1125" b="0">
                <a:solidFill>
                  <a:srgbClr val="172033"/>
                </a:solidFill>
                <a:latin typeface="PingFang SC"/>
                <a:ea typeface="PingFang SC"/>
                <a:cs typeface="PingFang SC"/>
              </a:defRPr>
            </a:pPr>
            <a:r>
              <a:rPr sz="1125" b="0">
                <a:solidFill>
                  <a:srgbClr val="172033"/>
                </a:solidFill>
                <a:latin typeface="PingFang SC"/>
                <a:ea typeface="PingFang SC"/>
                <a:cs typeface="PingFang SC"/>
              </a:rPr>
              <a:t>local edit</a:t>
            </a:r>
          </a:p>
          <a:p>
            <a:pPr algn="l">
              <a:lnSpc>
                <a:spcPct val="114000"/>
              </a:lnSpc>
              <a:buNone/>
              <a:defRPr sz="1125" b="0">
                <a:solidFill>
                  <a:srgbClr val="172033"/>
                </a:solidFill>
                <a:latin typeface="PingFang SC"/>
                <a:ea typeface="PingFang SC"/>
                <a:cs typeface="PingFang SC"/>
              </a:defRPr>
            </a:pPr>
            <a:r>
              <a:rPr sz="1125" b="0">
                <a:solidFill>
                  <a:srgbClr val="172033"/>
                </a:solidFill>
                <a:latin typeface="PingFang SC"/>
                <a:ea typeface="PingFang SC"/>
                <a:cs typeface="PingFang SC"/>
              </a:rPr>
              <a:t>meaning preservation</a:t>
            </a:r>
          </a:p>
          <a:p>
            <a:pPr algn="l">
              <a:lnSpc>
                <a:spcPct val="114000"/>
              </a:lnSpc>
              <a:buNone/>
              <a:defRPr sz="1125" b="0">
                <a:solidFill>
                  <a:srgbClr val="172033"/>
                </a:solidFill>
                <a:latin typeface="PingFang SC"/>
                <a:ea typeface="PingFang SC"/>
                <a:cs typeface="PingFang SC"/>
              </a:defRPr>
            </a:pPr>
            <a:r>
              <a:rPr sz="1125" b="0">
                <a:solidFill>
                  <a:srgbClr val="172033"/>
                </a:solidFill>
                <a:latin typeface="PingFang SC"/>
                <a:ea typeface="PingFang SC"/>
                <a:cs typeface="PingFang SC"/>
              </a:rPr>
              <a:t>content grounding</a:t>
            </a:r>
          </a:p>
          <a:p>
            <a:pPr algn="l">
              <a:lnSpc>
                <a:spcPct val="114000"/>
              </a:lnSpc>
              <a:buNone/>
              <a:defRPr sz="1125" b="0">
                <a:solidFill>
                  <a:srgbClr val="172033"/>
                </a:solidFill>
                <a:latin typeface="PingFang SC"/>
                <a:ea typeface="PingFang SC"/>
                <a:cs typeface="PingFang SC"/>
              </a:defRPr>
            </a:pPr>
            <a:r>
              <a:rPr sz="1125" b="0">
                <a:solidFill>
                  <a:srgbClr val="172033"/>
                </a:solidFill>
                <a:latin typeface="PingFang SC"/>
                <a:ea typeface="PingFang SC"/>
                <a:cs typeface="PingFang SC"/>
              </a:rPr>
              <a:t>pedagogical tone</a:t>
            </a:r>
          </a:p>
          <a:p>
            <a:pPr algn="l">
              <a:lnSpc>
                <a:spcPct val="114000"/>
              </a:lnSpc>
              <a:buNone/>
              <a:defRPr sz="1125" b="0">
                <a:solidFill>
                  <a:srgbClr val="172033"/>
                </a:solidFill>
                <a:latin typeface="PingFang SC"/>
                <a:ea typeface="PingFang SC"/>
                <a:cs typeface="PingFang SC"/>
              </a:defRPr>
            </a:pPr>
            <a:r>
              <a:rPr sz="1125" b="0">
                <a:solidFill>
                  <a:srgbClr val="172033"/>
                </a:solidFill>
                <a:latin typeface="PingFang SC"/>
                <a:ea typeface="PingFang SC"/>
                <a:cs typeface="PingFang SC"/>
              </a:rPr>
              <a:t>specificity</a:t>
            </a:r>
          </a:p>
          <a:p>
            <a:pPr algn="l">
              <a:lnSpc>
                <a:spcPct val="114000"/>
              </a:lnSpc>
              <a:buNone/>
              <a:defRPr sz="1125" b="0">
                <a:solidFill>
                  <a:srgbClr val="172033"/>
                </a:solidFill>
                <a:latin typeface="PingFang SC"/>
                <a:ea typeface="PingFang SC"/>
                <a:cs typeface="PingFang SC"/>
              </a:defRPr>
            </a:pPr>
            <a:r>
              <a:rPr sz="1125" b="0">
                <a:solidFill>
                  <a:srgbClr val="172033"/>
                </a:solidFill>
                <a:latin typeface="PingFang SC"/>
                <a:ea typeface="PingFang SC"/>
                <a:cs typeface="PingFang SC"/>
              </a:rPr>
              <a:t>model agreement</a:t>
            </a:r>
          </a:p>
        </p:txBody>
      </p:sp>
      <p:sp>
        <p:nvSpPr>
          <p:cNvPr id="11" name="右箭头 10">
            <a:extLst>
              <a:ext uri="{FF2B5EF4-FFF2-40B4-BE49-F238E27FC236}">
                <a16:creationId xmlns:a16="http://schemas.microsoft.com/office/drawing/2014/main" id="{E74E86FE-F0A4-4213-B513-A4756A35D675}"/>
              </a:ext>
            </a:extLst>
          </p:cNvPr>
          <p:cNvSpPr>
            <a:spLocks noGrp="1"/>
          </p:cNvSpPr>
          <p:nvPr/>
        </p:nvSpPr>
        <p:spPr>
          <a:xfrm>
            <a:off x="6800850" y="3286125"/>
            <a:ext cx="590550" cy="342900"/>
          </a:xfrm>
          <a:prstGeom prst="rightArrow">
            <a:avLst/>
          </a:prstGeom>
          <a:solidFill>
            <a:srgbClr val="0F766E"/>
          </a:solidFill>
          <a:ln w="9525">
            <a:solidFill>
              <a:srgbClr val="0F766E"/>
            </a:solidFill>
            <a:prstDash val="solid"/>
          </a:ln>
        </p:spPr>
        <p:txBody>
          <a:bodyPr/>
          <a:lstStyle/>
          <a:p>
            <a:endParaRPr lang="zh-CN" altLang="en-US"/>
          </a:p>
        </p:txBody>
      </p:sp>
      <p:sp>
        <p:nvSpPr>
          <p:cNvPr id="12" name="圆角矩形 11">
            <a:extLst>
              <a:ext uri="{FF2B5EF4-FFF2-40B4-BE49-F238E27FC236}">
                <a16:creationId xmlns:a16="http://schemas.microsoft.com/office/drawing/2014/main" id="{5003EDF5-04A9-4BE1-A210-B56C9478A933}"/>
              </a:ext>
            </a:extLst>
          </p:cNvPr>
          <p:cNvSpPr>
            <a:spLocks noGrp="1"/>
          </p:cNvSpPr>
          <p:nvPr/>
        </p:nvSpPr>
        <p:spPr>
          <a:xfrm>
            <a:off x="7600950" y="2038350"/>
            <a:ext cx="2571750" cy="2952750"/>
          </a:xfrm>
          <a:prstGeom prst="roundRect">
            <a:avLst>
              <a:gd name="adj" fmla="val 4444"/>
            </a:avLst>
          </a:prstGeom>
          <a:solidFill>
            <a:srgbClr val="FFFFFF"/>
          </a:solidFill>
          <a:ln w="9525">
            <a:solidFill>
              <a:srgbClr val="F59E0B"/>
            </a:solidFill>
            <a:prstDash val="solid"/>
          </a:ln>
        </p:spPr>
        <p:style>
          <a:lnRef idx="0">
            <a:scrgbClr r="0" g="0" b="0"/>
          </a:lnRef>
          <a:fillRef idx="0">
            <a:scrgbClr r="0" g="0" b="0"/>
          </a:fillRef>
          <a:effectRef idx="4">
            <a:scrgbClr r="0" g="0" b="0"/>
          </a:effectRef>
          <a:fontRef idx="major"/>
        </p:style>
        <p:txBody>
          <a:bodyPr/>
          <a:lstStyle/>
          <a:p>
            <a:endParaRPr lang="zh-CN" altLang="en-US"/>
          </a:p>
        </p:txBody>
      </p:sp>
      <p:sp>
        <p:nvSpPr>
          <p:cNvPr id="13" name="矩形 12">
            <a:extLst>
              <a:ext uri="{FF2B5EF4-FFF2-40B4-BE49-F238E27FC236}">
                <a16:creationId xmlns:a16="http://schemas.microsoft.com/office/drawing/2014/main" id="{922FE656-CA88-4471-9CAF-45474DEE13A5}"/>
              </a:ext>
            </a:extLst>
          </p:cNvPr>
          <p:cNvSpPr>
            <a:spLocks noGrp="1"/>
          </p:cNvSpPr>
          <p:nvPr/>
        </p:nvSpPr>
        <p:spPr>
          <a:xfrm>
            <a:off x="7753350" y="2190750"/>
            <a:ext cx="2266950" cy="247650"/>
          </a:xfrm>
          <a:prstGeom prst="rect">
            <a:avLst/>
          </a:prstGeom>
          <a:noFill/>
          <a:ln w="0">
            <a:noFill/>
            <a:prstDash val="solid"/>
          </a:ln>
        </p:spPr>
        <p:txBody>
          <a:bodyPr lIns="19050" tIns="19050" rIns="19050" bIns="19050" anchor="t">
            <a:normAutofit fontScale="87719"/>
          </a:bodyPr>
          <a:lstStyle/>
          <a:p>
            <a:pPr algn="l">
              <a:lnSpc>
                <a:spcPct val="110000"/>
              </a:lnSpc>
              <a:buNone/>
              <a:defRPr sz="1425" b="1">
                <a:solidFill>
                  <a:srgbClr val="F59E0B"/>
                </a:solidFill>
                <a:latin typeface="PingFang SC"/>
                <a:ea typeface="PingFang SC"/>
                <a:cs typeface="PingFang SC"/>
              </a:defRPr>
            </a:pPr>
            <a:r>
              <a:rPr sz="1425" b="1">
                <a:solidFill>
                  <a:srgbClr val="F59E0B"/>
                </a:solidFill>
                <a:latin typeface="PingFang SC"/>
                <a:ea typeface="PingFang SC"/>
                <a:cs typeface="PingFang SC"/>
              </a:rPr>
              <a:t>Risk routing</a:t>
            </a:r>
          </a:p>
        </p:txBody>
      </p:sp>
      <p:sp>
        <p:nvSpPr>
          <p:cNvPr id="14" name="矩形 13">
            <a:extLst>
              <a:ext uri="{FF2B5EF4-FFF2-40B4-BE49-F238E27FC236}">
                <a16:creationId xmlns:a16="http://schemas.microsoft.com/office/drawing/2014/main" id="{9E3A4A3D-8661-48F4-AB64-0D988B9A9645}"/>
              </a:ext>
            </a:extLst>
          </p:cNvPr>
          <p:cNvSpPr>
            <a:spLocks noGrp="1"/>
          </p:cNvSpPr>
          <p:nvPr/>
        </p:nvSpPr>
        <p:spPr>
          <a:xfrm>
            <a:off x="7753350" y="2514600"/>
            <a:ext cx="2266950" cy="2381250"/>
          </a:xfrm>
          <a:prstGeom prst="rect">
            <a:avLst/>
          </a:prstGeom>
          <a:noFill/>
          <a:ln w="0">
            <a:noFill/>
            <a:prstDash val="solid"/>
          </a:ln>
        </p:spPr>
        <p:txBody>
          <a:bodyPr lIns="19050" tIns="19050" rIns="19050" bIns="19050" anchor="t">
            <a:normAutofit/>
          </a:bodyPr>
          <a:lstStyle/>
          <a:p>
            <a:pPr algn="l">
              <a:lnSpc>
                <a:spcPct val="114000"/>
              </a:lnSpc>
              <a:buNone/>
              <a:defRPr sz="1125" b="0">
                <a:solidFill>
                  <a:srgbClr val="172033"/>
                </a:solidFill>
                <a:latin typeface="PingFang SC"/>
                <a:ea typeface="PingFang SC"/>
                <a:cs typeface="PingFang SC"/>
              </a:defRPr>
            </a:pPr>
            <a:r>
              <a:rPr sz="1125" b="0">
                <a:solidFill>
                  <a:srgbClr val="172033"/>
                </a:solidFill>
                <a:latin typeface="PingFang SC"/>
                <a:ea typeface="PingFang SC"/>
                <a:cs typeface="PingFang SC"/>
              </a:rPr>
              <a:t>low → auto_accept</a:t>
            </a:r>
          </a:p>
          <a:p>
            <a:pPr algn="l">
              <a:lnSpc>
                <a:spcPct val="114000"/>
              </a:lnSpc>
              <a:buNone/>
              <a:defRPr sz="1125" b="0">
                <a:solidFill>
                  <a:srgbClr val="172033"/>
                </a:solidFill>
                <a:latin typeface="PingFang SC"/>
                <a:ea typeface="PingFang SC"/>
                <a:cs typeface="PingFang SC"/>
              </a:defRPr>
            </a:pPr>
            <a:r>
              <a:rPr sz="1125" b="0">
                <a:solidFill>
                  <a:srgbClr val="172033"/>
                </a:solidFill>
                <a:latin typeface="PingFang SC"/>
                <a:ea typeface="PingFang SC"/>
                <a:cs typeface="PingFang SC"/>
              </a:rPr>
              <a:t>medium → teacher_review</a:t>
            </a:r>
          </a:p>
          <a:p>
            <a:pPr algn="l">
              <a:lnSpc>
                <a:spcPct val="114000"/>
              </a:lnSpc>
              <a:buNone/>
              <a:defRPr sz="1125" b="0">
                <a:solidFill>
                  <a:srgbClr val="172033"/>
                </a:solidFill>
                <a:latin typeface="PingFang SC"/>
                <a:ea typeface="PingFang SC"/>
                <a:cs typeface="PingFang SC"/>
              </a:defRPr>
            </a:pPr>
            <a:r>
              <a:rPr sz="1125" b="0">
                <a:solidFill>
                  <a:srgbClr val="172033"/>
                </a:solidFill>
                <a:latin typeface="PingFang SC"/>
                <a:ea typeface="PingFang SC"/>
                <a:cs typeface="PingFang SC"/>
              </a:rPr>
              <a:t>high → teacher_review</a:t>
            </a:r>
          </a:p>
          <a:p>
            <a:pPr algn="l">
              <a:lnSpc>
                <a:spcPct val="114000"/>
              </a:lnSpc>
              <a:buNone/>
              <a:defRPr sz="1125" b="0">
                <a:solidFill>
                  <a:srgbClr val="172033"/>
                </a:solidFill>
                <a:latin typeface="PingFang SC"/>
                <a:ea typeface="PingFang SC"/>
                <a:cs typeface="PingFang SC"/>
              </a:defRPr>
            </a:pPr>
            <a:r>
              <a:rPr sz="1125" b="0">
                <a:solidFill>
                  <a:srgbClr val="172033"/>
                </a:solidFill>
                <a:latin typeface="PingFang SC"/>
                <a:ea typeface="PingFang SC"/>
                <a:cs typeface="PingFang SC"/>
              </a:rPr>
              <a:t>parse failure → needs_more_evidence</a:t>
            </a:r>
          </a:p>
        </p:txBody>
      </p:sp>
      <p:sp>
        <p:nvSpPr>
          <p:cNvPr id="15" name="圆角矩形 14">
            <a:extLst>
              <a:ext uri="{FF2B5EF4-FFF2-40B4-BE49-F238E27FC236}">
                <a16:creationId xmlns:a16="http://schemas.microsoft.com/office/drawing/2014/main" id="{429C9077-D7E1-4968-9FD4-F2FA2A0D4255}"/>
              </a:ext>
            </a:extLst>
          </p:cNvPr>
          <p:cNvSpPr>
            <a:spLocks noGrp="1"/>
          </p:cNvSpPr>
          <p:nvPr/>
        </p:nvSpPr>
        <p:spPr>
          <a:xfrm>
            <a:off x="8915400" y="5314950"/>
            <a:ext cx="2095500" cy="590550"/>
          </a:xfrm>
          <a:prstGeom prst="roundRect">
            <a:avLst>
              <a:gd name="adj" fmla="val 19355"/>
            </a:avLst>
          </a:prstGeom>
          <a:solidFill>
            <a:srgbClr val="FEE2E2"/>
          </a:solidFill>
          <a:ln w="0">
            <a:noFill/>
            <a:prstDash val="solid"/>
          </a:ln>
        </p:spPr>
        <p:txBody>
          <a:bodyPr/>
          <a:lstStyle/>
          <a:p>
            <a:endParaRPr lang="zh-CN" altLang="en-US"/>
          </a:p>
        </p:txBody>
      </p:sp>
      <p:sp>
        <p:nvSpPr>
          <p:cNvPr id="16" name="矩形 15">
            <a:extLst>
              <a:ext uri="{FF2B5EF4-FFF2-40B4-BE49-F238E27FC236}">
                <a16:creationId xmlns:a16="http://schemas.microsoft.com/office/drawing/2014/main" id="{CE053332-6E98-4165-8C34-0F82A6F79A47}"/>
              </a:ext>
            </a:extLst>
          </p:cNvPr>
          <p:cNvSpPr>
            <a:spLocks noGrp="1"/>
          </p:cNvSpPr>
          <p:nvPr/>
        </p:nvSpPr>
        <p:spPr>
          <a:xfrm>
            <a:off x="9105900" y="5429250"/>
            <a:ext cx="857250" cy="209550"/>
          </a:xfrm>
          <a:prstGeom prst="rect">
            <a:avLst/>
          </a:prstGeom>
          <a:noFill/>
          <a:ln w="0">
            <a:noFill/>
            <a:prstDash val="solid"/>
          </a:ln>
        </p:spPr>
        <p:txBody>
          <a:bodyPr lIns="19050" tIns="19050" rIns="19050" bIns="19050" anchor="t">
            <a:normAutofit fontScale="85227"/>
          </a:bodyPr>
          <a:lstStyle/>
          <a:p>
            <a:pPr algn="l">
              <a:lnSpc>
                <a:spcPct val="110000"/>
              </a:lnSpc>
              <a:buNone/>
              <a:defRPr sz="1200" b="1">
                <a:solidFill>
                  <a:srgbClr val="DC2626"/>
                </a:solidFill>
                <a:latin typeface="PingFang SC"/>
                <a:ea typeface="PingFang SC"/>
                <a:cs typeface="PingFang SC"/>
              </a:defRPr>
            </a:pPr>
            <a:r>
              <a:rPr sz="1200" b="1">
                <a:solidFill>
                  <a:srgbClr val="DC2626"/>
                </a:solidFill>
                <a:latin typeface="PingFang SC"/>
                <a:ea typeface="PingFang SC"/>
                <a:cs typeface="PingFang SC"/>
              </a:rPr>
              <a:t>保守原则</a:t>
            </a:r>
          </a:p>
        </p:txBody>
      </p:sp>
      <p:sp>
        <p:nvSpPr>
          <p:cNvPr id="17" name="矩形 16">
            <a:extLst>
              <a:ext uri="{FF2B5EF4-FFF2-40B4-BE49-F238E27FC236}">
                <a16:creationId xmlns:a16="http://schemas.microsoft.com/office/drawing/2014/main" id="{20355BE7-6AC7-418B-9054-AAB121FC82F4}"/>
              </a:ext>
            </a:extLst>
          </p:cNvPr>
          <p:cNvSpPr>
            <a:spLocks noGrp="1"/>
          </p:cNvSpPr>
          <p:nvPr/>
        </p:nvSpPr>
        <p:spPr>
          <a:xfrm>
            <a:off x="9105900" y="5657850"/>
            <a:ext cx="1524000" cy="209550"/>
          </a:xfrm>
          <a:prstGeom prst="rect">
            <a:avLst/>
          </a:prstGeom>
          <a:noFill/>
          <a:ln w="0">
            <a:noFill/>
            <a:prstDash val="solid"/>
          </a:ln>
        </p:spPr>
        <p:txBody>
          <a:bodyPr lIns="19050" tIns="19050" rIns="19050" bIns="19050" anchor="t">
            <a:normAutofit fontScale="85227"/>
          </a:bodyPr>
          <a:lstStyle/>
          <a:p>
            <a:pPr algn="l">
              <a:lnSpc>
                <a:spcPct val="110000"/>
              </a:lnSpc>
              <a:buNone/>
              <a:defRPr sz="1200" b="0">
                <a:solidFill>
                  <a:srgbClr val="172033"/>
                </a:solidFill>
                <a:latin typeface="PingFang SC"/>
                <a:ea typeface="PingFang SC"/>
                <a:cs typeface="PingFang SC"/>
              </a:defRPr>
            </a:pPr>
            <a:r>
              <a:rPr sz="1200" b="0">
                <a:solidFill>
                  <a:srgbClr val="172033"/>
                </a:solidFill>
                <a:latin typeface="PingFang SC"/>
                <a:ea typeface="PingFang SC"/>
                <a:cs typeface="PingFang SC"/>
              </a:rPr>
              <a:t>不确定就进教师队列</a:t>
            </a:r>
          </a:p>
        </p:txBody>
      </p:sp>
      <p:sp>
        <p:nvSpPr>
          <p:cNvPr id="18" name="矩形 17">
            <a:extLst>
              <a:ext uri="{FF2B5EF4-FFF2-40B4-BE49-F238E27FC236}">
                <a16:creationId xmlns:a16="http://schemas.microsoft.com/office/drawing/2014/main" id="{4FB30AD0-BD88-4CDC-BB2B-6A35CFB4AA38}"/>
              </a:ext>
            </a:extLst>
          </p:cNvPr>
          <p:cNvSpPr>
            <a:spLocks noGrp="1"/>
          </p:cNvSpPr>
          <p:nvPr/>
        </p:nvSpPr>
        <p:spPr>
          <a:xfrm>
            <a:off x="609600" y="6553200"/>
            <a:ext cx="4000500" cy="171450"/>
          </a:xfrm>
          <a:prstGeom prst="rect">
            <a:avLst/>
          </a:prstGeom>
          <a:noFill/>
          <a:ln w="0">
            <a:noFill/>
            <a:prstDash val="solid"/>
          </a:ln>
        </p:spPr>
        <p:txBody>
          <a:bodyPr lIns="19050" tIns="19050" rIns="19050" bIns="19050" anchor="t">
            <a:normAutofit/>
          </a:bodyPr>
          <a:lstStyle/>
          <a:p>
            <a:pPr algn="l">
              <a:lnSpc>
                <a:spcPct val="110000"/>
              </a:lnSpc>
              <a:buNone/>
              <a:defRPr sz="750" b="0">
                <a:solidFill>
                  <a:srgbClr val="8792A3"/>
                </a:solidFill>
                <a:latin typeface="PingFang SC"/>
                <a:ea typeface="PingFang SC"/>
                <a:cs typeface="PingFang SC"/>
              </a:defRPr>
            </a:pPr>
            <a:r>
              <a:rPr sz="750" b="0">
                <a:solidFill>
                  <a:srgbClr val="8792A3"/>
                </a:solidFill>
                <a:latin typeface="PingFang SC"/>
                <a:ea typeface="PingFang SC"/>
                <a:cs typeface="PingFang SC"/>
              </a:rPr>
              <a:t>ConsensusScope workflow explanation | 6/12</a:t>
            </a:r>
          </a:p>
        </p:txBody>
      </p:sp>
    </p:spTree>
    <p:extLst>
      <p:ext uri="{BB962C8B-B14F-4D97-AF65-F5344CB8AC3E}">
        <p14:creationId xmlns:p14="http://schemas.microsoft.com/office/powerpoint/2010/main" val="2498703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8" name="矩形 27">
            <a:extLst>
              <a:ext uri="{FF2B5EF4-FFF2-40B4-BE49-F238E27FC236}">
                <a16:creationId xmlns:a16="http://schemas.microsoft.com/office/drawing/2014/main" id="{A8183B2D-5737-49A9-A60E-A9618B911820}"/>
              </a:ext>
            </a:extLst>
          </p:cNvPr>
          <p:cNvSpPr>
            <a:spLocks noGrp="1"/>
          </p:cNvSpPr>
          <p:nvPr/>
        </p:nvSpPr>
        <p:spPr>
          <a:xfrm>
            <a:off x="609600" y="400050"/>
            <a:ext cx="4953000" cy="266700"/>
          </a:xfrm>
          <a:prstGeom prst="rect">
            <a:avLst/>
          </a:prstGeom>
          <a:noFill/>
          <a:ln w="0">
            <a:noFill/>
            <a:prstDash val="solid"/>
          </a:ln>
        </p:spPr>
        <p:txBody>
          <a:bodyPr lIns="19050" tIns="19050" rIns="19050" bIns="19050" anchor="t">
            <a:normAutofit/>
          </a:bodyPr>
          <a:lstStyle/>
          <a:p>
            <a:pPr algn="l">
              <a:lnSpc>
                <a:spcPct val="110000"/>
              </a:lnSpc>
              <a:buNone/>
              <a:defRPr sz="975" b="1">
                <a:solidFill>
                  <a:srgbClr val="2563EB"/>
                </a:solidFill>
                <a:latin typeface="PingFang SC"/>
                <a:ea typeface="PingFang SC"/>
                <a:cs typeface="PingFang SC"/>
              </a:defRPr>
            </a:pPr>
            <a:r>
              <a:rPr sz="975" b="1">
                <a:solidFill>
                  <a:srgbClr val="2563EB"/>
                </a:solidFill>
                <a:latin typeface="PingFang SC"/>
                <a:ea typeface="PingFang SC"/>
                <a:cs typeface="PingFang SC"/>
              </a:rPr>
              <a:t>Example A</a:t>
            </a:r>
          </a:p>
        </p:txBody>
      </p:sp>
      <p:sp>
        <p:nvSpPr>
          <p:cNvPr id="2" name="矩形 1">
            <a:extLst>
              <a:ext uri="{FF2B5EF4-FFF2-40B4-BE49-F238E27FC236}">
                <a16:creationId xmlns:a16="http://schemas.microsoft.com/office/drawing/2014/main" id="{DA42C735-2830-47DD-9C01-0E3665109A2C}"/>
              </a:ext>
            </a:extLst>
          </p:cNvPr>
          <p:cNvSpPr>
            <a:spLocks noGrp="1"/>
          </p:cNvSpPr>
          <p:nvPr/>
        </p:nvSpPr>
        <p:spPr>
          <a:xfrm>
            <a:off x="609600" y="723900"/>
            <a:ext cx="8763000" cy="590550"/>
          </a:xfrm>
          <a:prstGeom prst="rect">
            <a:avLst/>
          </a:prstGeom>
          <a:noFill/>
          <a:ln w="0">
            <a:noFill/>
            <a:prstDash val="solid"/>
          </a:ln>
        </p:spPr>
        <p:txBody>
          <a:bodyPr lIns="19050" tIns="19050" rIns="19050" bIns="19050" anchor="t">
            <a:normAutofit/>
          </a:bodyPr>
          <a:lstStyle/>
          <a:p>
            <a:pPr algn="l">
              <a:lnSpc>
                <a:spcPct val="102000"/>
              </a:lnSpc>
              <a:buNone/>
              <a:defRPr sz="2550" b="1">
                <a:solidFill>
                  <a:srgbClr val="172033"/>
                </a:solidFill>
                <a:latin typeface="PingFang SC"/>
                <a:ea typeface="PingFang SC"/>
                <a:cs typeface="PingFang SC"/>
              </a:defRPr>
            </a:pPr>
            <a:r>
              <a:rPr sz="2550" b="1">
                <a:solidFill>
                  <a:srgbClr val="172033"/>
                </a:solidFill>
                <a:latin typeface="PingFang SC"/>
                <a:ea typeface="PingFang SC"/>
                <a:cs typeface="PingFang SC"/>
              </a:rPr>
              <a:t>安全局部修改：可以自动通过</a:t>
            </a:r>
          </a:p>
        </p:txBody>
      </p:sp>
      <p:sp>
        <p:nvSpPr>
          <p:cNvPr id="3" name="矩形 2">
            <a:extLst>
              <a:ext uri="{FF2B5EF4-FFF2-40B4-BE49-F238E27FC236}">
                <a16:creationId xmlns:a16="http://schemas.microsoft.com/office/drawing/2014/main" id="{22CE15C4-6A71-4DEF-8A74-DF0A7BF2A9EE}"/>
              </a:ext>
            </a:extLst>
          </p:cNvPr>
          <p:cNvSpPr>
            <a:spLocks noGrp="1"/>
          </p:cNvSpPr>
          <p:nvPr/>
        </p:nvSpPr>
        <p:spPr>
          <a:xfrm>
            <a:off x="609600" y="1352550"/>
            <a:ext cx="8953500" cy="400050"/>
          </a:xfrm>
          <a:prstGeom prst="rect">
            <a:avLst/>
          </a:prstGeom>
          <a:noFill/>
          <a:ln w="0">
            <a:noFill/>
            <a:prstDash val="solid"/>
          </a:ln>
        </p:spPr>
        <p:txBody>
          <a:bodyPr lIns="19050" tIns="19050" rIns="19050" bIns="19050" anchor="t">
            <a:normAutofit/>
          </a:bodyPr>
          <a:lstStyle/>
          <a:p>
            <a:pPr algn="l">
              <a:lnSpc>
                <a:spcPct val="118000"/>
              </a:lnSpc>
              <a:buNone/>
              <a:defRPr sz="1350" b="0">
                <a:solidFill>
                  <a:srgbClr val="5B667A"/>
                </a:solidFill>
                <a:latin typeface="PingFang SC"/>
                <a:ea typeface="PingFang SC"/>
                <a:cs typeface="PingFang SC"/>
              </a:defRPr>
            </a:pPr>
            <a:r>
              <a:rPr sz="1350" b="0">
                <a:solidFill>
                  <a:srgbClr val="5B667A"/>
                </a:solidFill>
                <a:latin typeface="PingFang SC"/>
                <a:ea typeface="PingFang SC"/>
                <a:cs typeface="PingFang SC"/>
              </a:rPr>
              <a:t>当反馈是清晰、局部、不会改变含义的语法修正，可以 auto_accept。</a:t>
            </a:r>
          </a:p>
        </p:txBody>
      </p:sp>
      <p:sp>
        <p:nvSpPr>
          <p:cNvPr id="4" name="圆角矩形 3">
            <a:extLst>
              <a:ext uri="{FF2B5EF4-FFF2-40B4-BE49-F238E27FC236}">
                <a16:creationId xmlns:a16="http://schemas.microsoft.com/office/drawing/2014/main" id="{33BFE30F-F728-4233-A888-3E41B134D9F5}"/>
              </a:ext>
            </a:extLst>
          </p:cNvPr>
          <p:cNvSpPr>
            <a:spLocks noGrp="1"/>
          </p:cNvSpPr>
          <p:nvPr/>
        </p:nvSpPr>
        <p:spPr>
          <a:xfrm>
            <a:off x="742950" y="2095500"/>
            <a:ext cx="3429000" cy="1000125"/>
          </a:xfrm>
          <a:prstGeom prst="roundRect">
            <a:avLst>
              <a:gd name="adj" fmla="val 11429"/>
            </a:avLst>
          </a:prstGeom>
          <a:solidFill>
            <a:srgbClr val="FFFFFF"/>
          </a:solidFill>
          <a:ln w="9525">
            <a:solidFill>
              <a:srgbClr val="D8DEE9"/>
            </a:solidFill>
            <a:prstDash val="solid"/>
          </a:ln>
        </p:spPr>
        <p:style>
          <a:lnRef idx="0">
            <a:scrgbClr r="0" g="0" b="0"/>
          </a:lnRef>
          <a:fillRef idx="0">
            <a:scrgbClr r="0" g="0" b="0"/>
          </a:fillRef>
          <a:effectRef idx="4">
            <a:scrgbClr r="0" g="0" b="0"/>
          </a:effectRef>
          <a:fontRef idx="major"/>
        </p:style>
        <p:txBody>
          <a:bodyPr/>
          <a:lstStyle/>
          <a:p>
            <a:endParaRPr lang="zh-CN" altLang="en-US"/>
          </a:p>
        </p:txBody>
      </p:sp>
      <p:sp>
        <p:nvSpPr>
          <p:cNvPr id="5" name="矩形 4">
            <a:extLst>
              <a:ext uri="{FF2B5EF4-FFF2-40B4-BE49-F238E27FC236}">
                <a16:creationId xmlns:a16="http://schemas.microsoft.com/office/drawing/2014/main" id="{555B59B8-D289-4E79-B2A0-1AB5057BBD9F}"/>
              </a:ext>
            </a:extLst>
          </p:cNvPr>
          <p:cNvSpPr>
            <a:spLocks noGrp="1"/>
          </p:cNvSpPr>
          <p:nvPr/>
        </p:nvSpPr>
        <p:spPr>
          <a:xfrm>
            <a:off x="742950" y="2095500"/>
            <a:ext cx="66675" cy="1000125"/>
          </a:xfrm>
          <a:prstGeom prst="rect">
            <a:avLst/>
          </a:prstGeom>
          <a:solidFill>
            <a:srgbClr val="2563EB"/>
          </a:solidFill>
          <a:ln w="0">
            <a:solidFill>
              <a:srgbClr val="2563EB"/>
            </a:solidFill>
            <a:prstDash val="solid"/>
          </a:ln>
        </p:spPr>
        <p:txBody>
          <a:bodyPr/>
          <a:lstStyle/>
          <a:p>
            <a:endParaRPr lang="zh-CN" altLang="en-US"/>
          </a:p>
        </p:txBody>
      </p:sp>
      <p:sp>
        <p:nvSpPr>
          <p:cNvPr id="6" name="矩形 5">
            <a:extLst>
              <a:ext uri="{FF2B5EF4-FFF2-40B4-BE49-F238E27FC236}">
                <a16:creationId xmlns:a16="http://schemas.microsoft.com/office/drawing/2014/main" id="{CF9B61C0-F7D0-4C06-9040-ED0019D87ADB}"/>
              </a:ext>
            </a:extLst>
          </p:cNvPr>
          <p:cNvSpPr>
            <a:spLocks noGrp="1"/>
          </p:cNvSpPr>
          <p:nvPr/>
        </p:nvSpPr>
        <p:spPr>
          <a:xfrm>
            <a:off x="933450" y="2266950"/>
            <a:ext cx="3086100" cy="266700"/>
          </a:xfrm>
          <a:prstGeom prst="rect">
            <a:avLst/>
          </a:prstGeom>
          <a:noFill/>
          <a:ln w="0">
            <a:noFill/>
            <a:prstDash val="solid"/>
          </a:ln>
        </p:spPr>
        <p:txBody>
          <a:bodyPr lIns="19050" tIns="19050" rIns="19050" bIns="19050" anchor="t">
            <a:normAutofit/>
          </a:bodyPr>
          <a:lstStyle/>
          <a:p>
            <a:pPr algn="l">
              <a:lnSpc>
                <a:spcPct val="110000"/>
              </a:lnSpc>
              <a:buNone/>
              <a:defRPr sz="1350" b="1">
                <a:solidFill>
                  <a:srgbClr val="2563EB"/>
                </a:solidFill>
                <a:latin typeface="PingFang SC"/>
                <a:ea typeface="PingFang SC"/>
                <a:cs typeface="PingFang SC"/>
              </a:defRPr>
            </a:pPr>
            <a:r>
              <a:rPr sz="1350" b="1">
                <a:solidFill>
                  <a:srgbClr val="2563EB"/>
                </a:solidFill>
                <a:latin typeface="PingFang SC"/>
                <a:ea typeface="PingFang SC"/>
                <a:cs typeface="PingFang SC"/>
              </a:rPr>
              <a:t>学生原文</a:t>
            </a:r>
          </a:p>
        </p:txBody>
      </p:sp>
      <p:sp>
        <p:nvSpPr>
          <p:cNvPr id="7" name="矩形 6">
            <a:extLst>
              <a:ext uri="{FF2B5EF4-FFF2-40B4-BE49-F238E27FC236}">
                <a16:creationId xmlns:a16="http://schemas.microsoft.com/office/drawing/2014/main" id="{580DE193-775D-4B1A-9E79-2B44EA6EDAB5}"/>
              </a:ext>
            </a:extLst>
          </p:cNvPr>
          <p:cNvSpPr>
            <a:spLocks noGrp="1"/>
          </p:cNvSpPr>
          <p:nvPr/>
        </p:nvSpPr>
        <p:spPr>
          <a:xfrm>
            <a:off x="933450" y="2609850"/>
            <a:ext cx="3086100" cy="352425"/>
          </a:xfrm>
          <a:prstGeom prst="rect">
            <a:avLst/>
          </a:prstGeom>
          <a:noFill/>
          <a:ln w="0">
            <a:noFill/>
            <a:prstDash val="solid"/>
          </a:ln>
        </p:spPr>
        <p:txBody>
          <a:bodyPr lIns="19050" tIns="19050" rIns="19050" bIns="19050" anchor="t">
            <a:normAutofit fontScale="88762"/>
          </a:bodyPr>
          <a:lstStyle/>
          <a:p>
            <a:pPr algn="l">
              <a:lnSpc>
                <a:spcPct val="118000"/>
              </a:lnSpc>
              <a:buNone/>
              <a:defRPr sz="1275" b="0">
                <a:solidFill>
                  <a:srgbClr val="172033"/>
                </a:solidFill>
                <a:latin typeface="PingFang SC"/>
                <a:ea typeface="PingFang SC"/>
                <a:cs typeface="PingFang SC"/>
              </a:defRPr>
            </a:pPr>
            <a:r>
              <a:rPr sz="1275" b="0">
                <a:solidFill>
                  <a:srgbClr val="172033"/>
                </a:solidFill>
                <a:latin typeface="PingFang SC"/>
                <a:ea typeface="PingFang SC"/>
                <a:cs typeface="PingFang SC"/>
              </a:rPr>
              <a:t>Some people says AI can make students lazy.</a:t>
            </a:r>
          </a:p>
        </p:txBody>
      </p:sp>
      <p:sp>
        <p:nvSpPr>
          <p:cNvPr id="8" name="圆角矩形 7">
            <a:extLst>
              <a:ext uri="{FF2B5EF4-FFF2-40B4-BE49-F238E27FC236}">
                <a16:creationId xmlns:a16="http://schemas.microsoft.com/office/drawing/2014/main" id="{F5C6F41E-43D1-4170-AD23-DC59593FAAFF}"/>
              </a:ext>
            </a:extLst>
          </p:cNvPr>
          <p:cNvSpPr>
            <a:spLocks noGrp="1"/>
          </p:cNvSpPr>
          <p:nvPr/>
        </p:nvSpPr>
        <p:spPr>
          <a:xfrm>
            <a:off x="742950" y="3429000"/>
            <a:ext cx="3429000" cy="1000125"/>
          </a:xfrm>
          <a:prstGeom prst="roundRect">
            <a:avLst>
              <a:gd name="adj" fmla="val 11429"/>
            </a:avLst>
          </a:prstGeom>
          <a:solidFill>
            <a:srgbClr val="FFFFFF"/>
          </a:solidFill>
          <a:ln w="9525">
            <a:solidFill>
              <a:srgbClr val="D8DEE9"/>
            </a:solidFill>
            <a:prstDash val="solid"/>
          </a:ln>
        </p:spPr>
        <p:style>
          <a:lnRef idx="0">
            <a:scrgbClr r="0" g="0" b="0"/>
          </a:lnRef>
          <a:fillRef idx="0">
            <a:scrgbClr r="0" g="0" b="0"/>
          </a:fillRef>
          <a:effectRef idx="4">
            <a:scrgbClr r="0" g="0" b="0"/>
          </a:effectRef>
          <a:fontRef idx="major"/>
        </p:style>
        <p:txBody>
          <a:bodyPr/>
          <a:lstStyle/>
          <a:p>
            <a:endParaRPr lang="zh-CN" altLang="en-US"/>
          </a:p>
        </p:txBody>
      </p:sp>
      <p:sp>
        <p:nvSpPr>
          <p:cNvPr id="9" name="矩形 8">
            <a:extLst>
              <a:ext uri="{FF2B5EF4-FFF2-40B4-BE49-F238E27FC236}">
                <a16:creationId xmlns:a16="http://schemas.microsoft.com/office/drawing/2014/main" id="{886FDA87-80C2-4A79-BBD9-B480FB393431}"/>
              </a:ext>
            </a:extLst>
          </p:cNvPr>
          <p:cNvSpPr>
            <a:spLocks noGrp="1"/>
          </p:cNvSpPr>
          <p:nvPr/>
        </p:nvSpPr>
        <p:spPr>
          <a:xfrm>
            <a:off x="742950" y="3429000"/>
            <a:ext cx="66675" cy="1000125"/>
          </a:xfrm>
          <a:prstGeom prst="rect">
            <a:avLst/>
          </a:prstGeom>
          <a:solidFill>
            <a:srgbClr val="0F766E"/>
          </a:solidFill>
          <a:ln w="0">
            <a:solidFill>
              <a:srgbClr val="0F766E"/>
            </a:solidFill>
            <a:prstDash val="solid"/>
          </a:ln>
        </p:spPr>
        <p:txBody>
          <a:bodyPr/>
          <a:lstStyle/>
          <a:p>
            <a:endParaRPr lang="zh-CN" altLang="en-US"/>
          </a:p>
        </p:txBody>
      </p:sp>
      <p:sp>
        <p:nvSpPr>
          <p:cNvPr id="10" name="矩形 9">
            <a:extLst>
              <a:ext uri="{FF2B5EF4-FFF2-40B4-BE49-F238E27FC236}">
                <a16:creationId xmlns:a16="http://schemas.microsoft.com/office/drawing/2014/main" id="{7152B627-D682-49A9-AA1A-93BFE53BFE1F}"/>
              </a:ext>
            </a:extLst>
          </p:cNvPr>
          <p:cNvSpPr>
            <a:spLocks noGrp="1"/>
          </p:cNvSpPr>
          <p:nvPr/>
        </p:nvSpPr>
        <p:spPr>
          <a:xfrm>
            <a:off x="933450" y="3600450"/>
            <a:ext cx="3086100" cy="266700"/>
          </a:xfrm>
          <a:prstGeom prst="rect">
            <a:avLst/>
          </a:prstGeom>
          <a:noFill/>
          <a:ln w="0">
            <a:noFill/>
            <a:prstDash val="solid"/>
          </a:ln>
        </p:spPr>
        <p:txBody>
          <a:bodyPr lIns="19050" tIns="19050" rIns="19050" bIns="19050" anchor="t">
            <a:normAutofit/>
          </a:bodyPr>
          <a:lstStyle/>
          <a:p>
            <a:pPr algn="l">
              <a:lnSpc>
                <a:spcPct val="110000"/>
              </a:lnSpc>
              <a:buNone/>
              <a:defRPr sz="1350" b="1">
                <a:solidFill>
                  <a:srgbClr val="0F766E"/>
                </a:solidFill>
                <a:latin typeface="PingFang SC"/>
                <a:ea typeface="PingFang SC"/>
                <a:cs typeface="PingFang SC"/>
              </a:defRPr>
            </a:pPr>
            <a:r>
              <a:rPr sz="1350" b="1">
                <a:solidFill>
                  <a:srgbClr val="0F766E"/>
                </a:solidFill>
                <a:latin typeface="PingFang SC"/>
                <a:ea typeface="PingFang SC"/>
                <a:cs typeface="PingFang SC"/>
              </a:rPr>
              <a:t>AI 建议</a:t>
            </a:r>
          </a:p>
        </p:txBody>
      </p:sp>
      <p:sp>
        <p:nvSpPr>
          <p:cNvPr id="11" name="矩形 10">
            <a:extLst>
              <a:ext uri="{FF2B5EF4-FFF2-40B4-BE49-F238E27FC236}">
                <a16:creationId xmlns:a16="http://schemas.microsoft.com/office/drawing/2014/main" id="{083A87B8-44E3-4C31-B3EB-FD8C525DFA9F}"/>
              </a:ext>
            </a:extLst>
          </p:cNvPr>
          <p:cNvSpPr>
            <a:spLocks noGrp="1"/>
          </p:cNvSpPr>
          <p:nvPr/>
        </p:nvSpPr>
        <p:spPr>
          <a:xfrm>
            <a:off x="933450" y="3943350"/>
            <a:ext cx="3086100" cy="352425"/>
          </a:xfrm>
          <a:prstGeom prst="rect">
            <a:avLst/>
          </a:prstGeom>
          <a:noFill/>
          <a:ln w="0">
            <a:noFill/>
            <a:prstDash val="solid"/>
          </a:ln>
        </p:spPr>
        <p:txBody>
          <a:bodyPr lIns="19050" tIns="19050" rIns="19050" bIns="19050" anchor="t">
            <a:normAutofit/>
          </a:bodyPr>
          <a:lstStyle/>
          <a:p>
            <a:pPr algn="l">
              <a:lnSpc>
                <a:spcPct val="118000"/>
              </a:lnSpc>
              <a:buNone/>
              <a:defRPr sz="1275" b="0">
                <a:solidFill>
                  <a:srgbClr val="172033"/>
                </a:solidFill>
                <a:latin typeface="PingFang SC"/>
                <a:ea typeface="PingFang SC"/>
                <a:cs typeface="PingFang SC"/>
              </a:defRPr>
            </a:pPr>
            <a:r>
              <a:rPr sz="1275" b="0">
                <a:solidFill>
                  <a:srgbClr val="172033"/>
                </a:solidFill>
                <a:latin typeface="PingFang SC"/>
                <a:ea typeface="PingFang SC"/>
                <a:cs typeface="PingFang SC"/>
              </a:rPr>
              <a:t>Change “people says” to “people say”.</a:t>
            </a:r>
          </a:p>
        </p:txBody>
      </p:sp>
      <p:sp>
        <p:nvSpPr>
          <p:cNvPr id="12" name="矩形 11">
            <a:extLst>
              <a:ext uri="{FF2B5EF4-FFF2-40B4-BE49-F238E27FC236}">
                <a16:creationId xmlns:a16="http://schemas.microsoft.com/office/drawing/2014/main" id="{E6B19911-B5D2-47C3-8EA2-CE9B93F49A50}"/>
              </a:ext>
            </a:extLst>
          </p:cNvPr>
          <p:cNvSpPr>
            <a:spLocks noGrp="1"/>
          </p:cNvSpPr>
          <p:nvPr/>
        </p:nvSpPr>
        <p:spPr>
          <a:xfrm>
            <a:off x="4953000" y="2057400"/>
            <a:ext cx="1905000" cy="266700"/>
          </a:xfrm>
          <a:prstGeom prst="rect">
            <a:avLst/>
          </a:prstGeom>
          <a:noFill/>
          <a:ln w="0">
            <a:noFill/>
            <a:prstDash val="solid"/>
          </a:ln>
        </p:spPr>
        <p:txBody>
          <a:bodyPr lIns="19050" tIns="19050" rIns="19050" bIns="19050" anchor="t">
            <a:normAutofit fontScale="90909"/>
          </a:bodyPr>
          <a:lstStyle/>
          <a:p>
            <a:pPr algn="l">
              <a:lnSpc>
                <a:spcPct val="110000"/>
              </a:lnSpc>
              <a:buNone/>
              <a:defRPr sz="1500" b="1">
                <a:solidFill>
                  <a:srgbClr val="172033"/>
                </a:solidFill>
                <a:latin typeface="PingFang SC"/>
                <a:ea typeface="PingFang SC"/>
                <a:cs typeface="PingFang SC"/>
              </a:defRPr>
            </a:pPr>
            <a:r>
              <a:rPr sz="1500" b="1">
                <a:solidFill>
                  <a:srgbClr val="172033"/>
                </a:solidFill>
                <a:latin typeface="PingFang SC"/>
                <a:ea typeface="PingFang SC"/>
                <a:cs typeface="PingFang SC"/>
              </a:rPr>
              <a:t>安全图路径</a:t>
            </a:r>
          </a:p>
        </p:txBody>
      </p:sp>
      <p:sp>
        <p:nvSpPr>
          <p:cNvPr id="13" name="圆角矩形 12">
            <a:extLst>
              <a:ext uri="{FF2B5EF4-FFF2-40B4-BE49-F238E27FC236}">
                <a16:creationId xmlns:a16="http://schemas.microsoft.com/office/drawing/2014/main" id="{436E2B26-8ABF-4816-84C3-0756AEC07F64}"/>
              </a:ext>
            </a:extLst>
          </p:cNvPr>
          <p:cNvSpPr>
            <a:spLocks noGrp="1"/>
          </p:cNvSpPr>
          <p:nvPr/>
        </p:nvSpPr>
        <p:spPr>
          <a:xfrm>
            <a:off x="4857750" y="2571750"/>
            <a:ext cx="1381125" cy="838200"/>
          </a:xfrm>
          <a:prstGeom prst="roundRect">
            <a:avLst>
              <a:gd name="adj" fmla="val 13636"/>
            </a:avLst>
          </a:prstGeom>
          <a:solidFill>
            <a:srgbClr val="FFFFFF"/>
          </a:solidFill>
          <a:ln w="9525">
            <a:solidFill>
              <a:srgbClr val="2563EB"/>
            </a:solidFill>
            <a:prstDash val="solid"/>
          </a:ln>
        </p:spPr>
        <p:style>
          <a:lnRef idx="0">
            <a:scrgbClr r="0" g="0" b="0"/>
          </a:lnRef>
          <a:fillRef idx="0">
            <a:scrgbClr r="0" g="0" b="0"/>
          </a:fillRef>
          <a:effectRef idx="4">
            <a:scrgbClr r="0" g="0" b="0"/>
          </a:effectRef>
          <a:fontRef idx="major"/>
        </p:style>
        <p:txBody>
          <a:bodyPr/>
          <a:lstStyle/>
          <a:p>
            <a:endParaRPr lang="zh-CN" altLang="en-US"/>
          </a:p>
        </p:txBody>
      </p:sp>
      <p:sp>
        <p:nvSpPr>
          <p:cNvPr id="14" name="矩形 13">
            <a:extLst>
              <a:ext uri="{FF2B5EF4-FFF2-40B4-BE49-F238E27FC236}">
                <a16:creationId xmlns:a16="http://schemas.microsoft.com/office/drawing/2014/main" id="{3441BEC3-35D5-4760-83E0-8ED6B6362FF4}"/>
              </a:ext>
            </a:extLst>
          </p:cNvPr>
          <p:cNvSpPr>
            <a:spLocks noGrp="1"/>
          </p:cNvSpPr>
          <p:nvPr/>
        </p:nvSpPr>
        <p:spPr>
          <a:xfrm>
            <a:off x="5010150" y="2724150"/>
            <a:ext cx="1076325" cy="247650"/>
          </a:xfrm>
          <a:prstGeom prst="rect">
            <a:avLst/>
          </a:prstGeom>
          <a:noFill/>
          <a:ln w="0">
            <a:noFill/>
            <a:prstDash val="solid"/>
          </a:ln>
        </p:spPr>
        <p:txBody>
          <a:bodyPr lIns="19050" tIns="19050" rIns="19050" bIns="19050" anchor="t">
            <a:normAutofit fontScale="87719"/>
          </a:bodyPr>
          <a:lstStyle/>
          <a:p>
            <a:pPr algn="l">
              <a:lnSpc>
                <a:spcPct val="110000"/>
              </a:lnSpc>
              <a:buNone/>
              <a:defRPr sz="1425" b="1">
                <a:solidFill>
                  <a:srgbClr val="2563EB"/>
                </a:solidFill>
                <a:latin typeface="PingFang SC"/>
                <a:ea typeface="PingFang SC"/>
                <a:cs typeface="PingFang SC"/>
              </a:defRPr>
            </a:pPr>
            <a:r>
              <a:rPr sz="1425" b="1">
                <a:solidFill>
                  <a:srgbClr val="2563EB"/>
                </a:solidFill>
                <a:latin typeface="PingFang SC"/>
                <a:ea typeface="PingFang SC"/>
                <a:cs typeface="PingFang SC"/>
              </a:rPr>
              <a:t>target span</a:t>
            </a:r>
          </a:p>
        </p:txBody>
      </p:sp>
      <p:sp>
        <p:nvSpPr>
          <p:cNvPr id="15" name="矩形 14">
            <a:extLst>
              <a:ext uri="{FF2B5EF4-FFF2-40B4-BE49-F238E27FC236}">
                <a16:creationId xmlns:a16="http://schemas.microsoft.com/office/drawing/2014/main" id="{83248300-E853-4AB9-8A9B-723EC1D57789}"/>
              </a:ext>
            </a:extLst>
          </p:cNvPr>
          <p:cNvSpPr>
            <a:spLocks noGrp="1"/>
          </p:cNvSpPr>
          <p:nvPr/>
        </p:nvSpPr>
        <p:spPr>
          <a:xfrm>
            <a:off x="5010150" y="3048000"/>
            <a:ext cx="1076325" cy="266700"/>
          </a:xfrm>
          <a:prstGeom prst="rect">
            <a:avLst/>
          </a:prstGeom>
          <a:noFill/>
          <a:ln w="0">
            <a:noFill/>
            <a:prstDash val="solid"/>
          </a:ln>
        </p:spPr>
        <p:txBody>
          <a:bodyPr lIns="19050" tIns="19050" rIns="19050" bIns="19050" anchor="t">
            <a:normAutofit/>
          </a:bodyPr>
          <a:lstStyle/>
          <a:p>
            <a:pPr algn="l">
              <a:lnSpc>
                <a:spcPct val="114000"/>
              </a:lnSpc>
              <a:buNone/>
              <a:defRPr sz="1125" b="0">
                <a:solidFill>
                  <a:srgbClr val="172033"/>
                </a:solidFill>
                <a:latin typeface="PingFang SC"/>
                <a:ea typeface="PingFang SC"/>
                <a:cs typeface="PingFang SC"/>
              </a:defRPr>
            </a:pPr>
            <a:r>
              <a:rPr sz="1125" b="0">
                <a:solidFill>
                  <a:srgbClr val="172033"/>
                </a:solidFill>
                <a:latin typeface="PingFang SC"/>
                <a:ea typeface="PingFang SC"/>
                <a:cs typeface="PingFang SC"/>
              </a:rPr>
              <a:t>people says</a:t>
            </a:r>
          </a:p>
        </p:txBody>
      </p:sp>
      <p:sp>
        <p:nvSpPr>
          <p:cNvPr id="16" name="右箭头 15">
            <a:extLst>
              <a:ext uri="{FF2B5EF4-FFF2-40B4-BE49-F238E27FC236}">
                <a16:creationId xmlns:a16="http://schemas.microsoft.com/office/drawing/2014/main" id="{9835EBFA-8942-4F42-9255-72F4FF8A7BFC}"/>
              </a:ext>
            </a:extLst>
          </p:cNvPr>
          <p:cNvSpPr>
            <a:spLocks noGrp="1"/>
          </p:cNvSpPr>
          <p:nvPr/>
        </p:nvSpPr>
        <p:spPr>
          <a:xfrm>
            <a:off x="6400800" y="2819400"/>
            <a:ext cx="457200" cy="342900"/>
          </a:xfrm>
          <a:prstGeom prst="rightArrow">
            <a:avLst/>
          </a:prstGeom>
          <a:solidFill>
            <a:srgbClr val="2563EB"/>
          </a:solidFill>
          <a:ln w="9525">
            <a:solidFill>
              <a:srgbClr val="2563EB"/>
            </a:solidFill>
            <a:prstDash val="solid"/>
          </a:ln>
        </p:spPr>
        <p:txBody>
          <a:bodyPr/>
          <a:lstStyle/>
          <a:p>
            <a:endParaRPr lang="zh-CN" altLang="en-US"/>
          </a:p>
        </p:txBody>
      </p:sp>
      <p:sp>
        <p:nvSpPr>
          <p:cNvPr id="17" name="圆角矩形 16">
            <a:extLst>
              <a:ext uri="{FF2B5EF4-FFF2-40B4-BE49-F238E27FC236}">
                <a16:creationId xmlns:a16="http://schemas.microsoft.com/office/drawing/2014/main" id="{ED18662C-6779-4BD0-ACC2-E8BB33E3D38D}"/>
              </a:ext>
            </a:extLst>
          </p:cNvPr>
          <p:cNvSpPr>
            <a:spLocks noGrp="1"/>
          </p:cNvSpPr>
          <p:nvPr/>
        </p:nvSpPr>
        <p:spPr>
          <a:xfrm>
            <a:off x="7029450" y="2571750"/>
            <a:ext cx="1381125" cy="838200"/>
          </a:xfrm>
          <a:prstGeom prst="roundRect">
            <a:avLst>
              <a:gd name="adj" fmla="val 13636"/>
            </a:avLst>
          </a:prstGeom>
          <a:solidFill>
            <a:srgbClr val="FFFFFF"/>
          </a:solidFill>
          <a:ln w="9525">
            <a:solidFill>
              <a:srgbClr val="0F766E"/>
            </a:solidFill>
            <a:prstDash val="solid"/>
          </a:ln>
        </p:spPr>
        <p:style>
          <a:lnRef idx="0">
            <a:scrgbClr r="0" g="0" b="0"/>
          </a:lnRef>
          <a:fillRef idx="0">
            <a:scrgbClr r="0" g="0" b="0"/>
          </a:fillRef>
          <a:effectRef idx="4">
            <a:scrgbClr r="0" g="0" b="0"/>
          </a:effectRef>
          <a:fontRef idx="major"/>
        </p:style>
        <p:txBody>
          <a:bodyPr/>
          <a:lstStyle/>
          <a:p>
            <a:endParaRPr lang="zh-CN" altLang="en-US"/>
          </a:p>
        </p:txBody>
      </p:sp>
      <p:sp>
        <p:nvSpPr>
          <p:cNvPr id="18" name="矩形 17">
            <a:extLst>
              <a:ext uri="{FF2B5EF4-FFF2-40B4-BE49-F238E27FC236}">
                <a16:creationId xmlns:a16="http://schemas.microsoft.com/office/drawing/2014/main" id="{49387116-49C7-48E6-A5B3-75B53C7D6FE3}"/>
              </a:ext>
            </a:extLst>
          </p:cNvPr>
          <p:cNvSpPr>
            <a:spLocks noGrp="1"/>
          </p:cNvSpPr>
          <p:nvPr/>
        </p:nvSpPr>
        <p:spPr>
          <a:xfrm>
            <a:off x="7181850" y="2724150"/>
            <a:ext cx="1076325" cy="247650"/>
          </a:xfrm>
          <a:prstGeom prst="rect">
            <a:avLst/>
          </a:prstGeom>
          <a:noFill/>
          <a:ln w="0">
            <a:noFill/>
            <a:prstDash val="solid"/>
          </a:ln>
        </p:spPr>
        <p:txBody>
          <a:bodyPr lIns="19050" tIns="19050" rIns="19050" bIns="19050" anchor="t">
            <a:normAutofit fontScale="87719"/>
          </a:bodyPr>
          <a:lstStyle/>
          <a:p>
            <a:pPr algn="l">
              <a:lnSpc>
                <a:spcPct val="110000"/>
              </a:lnSpc>
              <a:buNone/>
              <a:defRPr sz="1425" b="1">
                <a:solidFill>
                  <a:srgbClr val="0F766E"/>
                </a:solidFill>
                <a:latin typeface="PingFang SC"/>
                <a:ea typeface="PingFang SC"/>
                <a:cs typeface="PingFang SC"/>
              </a:defRPr>
            </a:pPr>
            <a:r>
              <a:rPr sz="1425" b="1">
                <a:solidFill>
                  <a:srgbClr val="0F766E"/>
                </a:solidFill>
                <a:latin typeface="PingFang SC"/>
                <a:ea typeface="PingFang SC"/>
                <a:cs typeface="PingFang SC"/>
              </a:rPr>
              <a:t>suggestion</a:t>
            </a:r>
          </a:p>
        </p:txBody>
      </p:sp>
      <p:sp>
        <p:nvSpPr>
          <p:cNvPr id="19" name="矩形 18">
            <a:extLst>
              <a:ext uri="{FF2B5EF4-FFF2-40B4-BE49-F238E27FC236}">
                <a16:creationId xmlns:a16="http://schemas.microsoft.com/office/drawing/2014/main" id="{394731A1-7993-435F-BDC4-BAA08EBB26A0}"/>
              </a:ext>
            </a:extLst>
          </p:cNvPr>
          <p:cNvSpPr>
            <a:spLocks noGrp="1"/>
          </p:cNvSpPr>
          <p:nvPr/>
        </p:nvSpPr>
        <p:spPr>
          <a:xfrm>
            <a:off x="7181850" y="3048000"/>
            <a:ext cx="1076325" cy="266700"/>
          </a:xfrm>
          <a:prstGeom prst="rect">
            <a:avLst/>
          </a:prstGeom>
          <a:noFill/>
          <a:ln w="0">
            <a:noFill/>
            <a:prstDash val="solid"/>
          </a:ln>
        </p:spPr>
        <p:txBody>
          <a:bodyPr lIns="19050" tIns="19050" rIns="19050" bIns="19050" anchor="t">
            <a:normAutofit/>
          </a:bodyPr>
          <a:lstStyle/>
          <a:p>
            <a:pPr algn="l">
              <a:lnSpc>
                <a:spcPct val="114000"/>
              </a:lnSpc>
              <a:buNone/>
              <a:defRPr sz="1125" b="0">
                <a:solidFill>
                  <a:srgbClr val="172033"/>
                </a:solidFill>
                <a:latin typeface="PingFang SC"/>
                <a:ea typeface="PingFang SC"/>
                <a:cs typeface="PingFang SC"/>
              </a:defRPr>
            </a:pPr>
            <a:r>
              <a:rPr sz="1125" b="0">
                <a:solidFill>
                  <a:srgbClr val="172033"/>
                </a:solidFill>
                <a:latin typeface="PingFang SC"/>
                <a:ea typeface="PingFang SC"/>
                <a:cs typeface="PingFang SC"/>
              </a:rPr>
              <a:t>people say</a:t>
            </a:r>
          </a:p>
        </p:txBody>
      </p:sp>
      <p:sp>
        <p:nvSpPr>
          <p:cNvPr id="20" name="右箭头 19">
            <a:extLst>
              <a:ext uri="{FF2B5EF4-FFF2-40B4-BE49-F238E27FC236}">
                <a16:creationId xmlns:a16="http://schemas.microsoft.com/office/drawing/2014/main" id="{B1048CD5-5632-460D-BBA3-9E9435671476}"/>
              </a:ext>
            </a:extLst>
          </p:cNvPr>
          <p:cNvSpPr>
            <a:spLocks noGrp="1"/>
          </p:cNvSpPr>
          <p:nvPr/>
        </p:nvSpPr>
        <p:spPr>
          <a:xfrm>
            <a:off x="8572500" y="2819400"/>
            <a:ext cx="457200" cy="342900"/>
          </a:xfrm>
          <a:prstGeom prst="rightArrow">
            <a:avLst/>
          </a:prstGeom>
          <a:solidFill>
            <a:srgbClr val="0F766E"/>
          </a:solidFill>
          <a:ln w="9525">
            <a:solidFill>
              <a:srgbClr val="0F766E"/>
            </a:solidFill>
            <a:prstDash val="solid"/>
          </a:ln>
        </p:spPr>
        <p:txBody>
          <a:bodyPr/>
          <a:lstStyle/>
          <a:p>
            <a:endParaRPr lang="zh-CN" altLang="en-US"/>
          </a:p>
        </p:txBody>
      </p:sp>
      <p:sp>
        <p:nvSpPr>
          <p:cNvPr id="21" name="圆角矩形 20">
            <a:extLst>
              <a:ext uri="{FF2B5EF4-FFF2-40B4-BE49-F238E27FC236}">
                <a16:creationId xmlns:a16="http://schemas.microsoft.com/office/drawing/2014/main" id="{F3723660-66BB-4262-A67E-CBD9AEDF90B2}"/>
              </a:ext>
            </a:extLst>
          </p:cNvPr>
          <p:cNvSpPr>
            <a:spLocks noGrp="1"/>
          </p:cNvSpPr>
          <p:nvPr/>
        </p:nvSpPr>
        <p:spPr>
          <a:xfrm>
            <a:off x="9201150" y="2571750"/>
            <a:ext cx="1381125" cy="838200"/>
          </a:xfrm>
          <a:prstGeom prst="roundRect">
            <a:avLst>
              <a:gd name="adj" fmla="val 13636"/>
            </a:avLst>
          </a:prstGeom>
          <a:solidFill>
            <a:srgbClr val="FFFFFF"/>
          </a:solidFill>
          <a:ln w="9525">
            <a:solidFill>
              <a:srgbClr val="16A34A"/>
            </a:solidFill>
            <a:prstDash val="solid"/>
          </a:ln>
        </p:spPr>
        <p:style>
          <a:lnRef idx="0">
            <a:scrgbClr r="0" g="0" b="0"/>
          </a:lnRef>
          <a:fillRef idx="0">
            <a:scrgbClr r="0" g="0" b="0"/>
          </a:fillRef>
          <a:effectRef idx="4">
            <a:scrgbClr r="0" g="0" b="0"/>
          </a:effectRef>
          <a:fontRef idx="major"/>
        </p:style>
        <p:txBody>
          <a:bodyPr/>
          <a:lstStyle/>
          <a:p>
            <a:endParaRPr lang="zh-CN" altLang="en-US"/>
          </a:p>
        </p:txBody>
      </p:sp>
      <p:sp>
        <p:nvSpPr>
          <p:cNvPr id="22" name="矩形 21">
            <a:extLst>
              <a:ext uri="{FF2B5EF4-FFF2-40B4-BE49-F238E27FC236}">
                <a16:creationId xmlns:a16="http://schemas.microsoft.com/office/drawing/2014/main" id="{B5DFB7C4-8085-477B-BF80-9F72845E859B}"/>
              </a:ext>
            </a:extLst>
          </p:cNvPr>
          <p:cNvSpPr>
            <a:spLocks noGrp="1"/>
          </p:cNvSpPr>
          <p:nvPr/>
        </p:nvSpPr>
        <p:spPr>
          <a:xfrm>
            <a:off x="9353550" y="2724150"/>
            <a:ext cx="1076325" cy="247650"/>
          </a:xfrm>
          <a:prstGeom prst="rect">
            <a:avLst/>
          </a:prstGeom>
          <a:noFill/>
          <a:ln w="0">
            <a:noFill/>
            <a:prstDash val="solid"/>
          </a:ln>
        </p:spPr>
        <p:txBody>
          <a:bodyPr lIns="19050" tIns="19050" rIns="19050" bIns="19050" anchor="t">
            <a:normAutofit fontScale="87719"/>
          </a:bodyPr>
          <a:lstStyle/>
          <a:p>
            <a:pPr algn="l">
              <a:lnSpc>
                <a:spcPct val="110000"/>
              </a:lnSpc>
              <a:buNone/>
              <a:defRPr sz="1425" b="1">
                <a:solidFill>
                  <a:srgbClr val="16A34A"/>
                </a:solidFill>
                <a:latin typeface="PingFang SC"/>
                <a:ea typeface="PingFang SC"/>
                <a:cs typeface="PingFang SC"/>
              </a:defRPr>
            </a:pPr>
            <a:r>
              <a:rPr sz="1425" b="1">
                <a:solidFill>
                  <a:srgbClr val="16A34A"/>
                </a:solidFill>
                <a:latin typeface="PingFang SC"/>
                <a:ea typeface="PingFang SC"/>
                <a:cs typeface="PingFang SC"/>
              </a:rPr>
              <a:t>dimension</a:t>
            </a:r>
          </a:p>
        </p:txBody>
      </p:sp>
      <p:sp>
        <p:nvSpPr>
          <p:cNvPr id="23" name="矩形 22">
            <a:extLst>
              <a:ext uri="{FF2B5EF4-FFF2-40B4-BE49-F238E27FC236}">
                <a16:creationId xmlns:a16="http://schemas.microsoft.com/office/drawing/2014/main" id="{276E00A1-617B-47C9-B9F1-0B48EA3AC179}"/>
              </a:ext>
            </a:extLst>
          </p:cNvPr>
          <p:cNvSpPr>
            <a:spLocks noGrp="1"/>
          </p:cNvSpPr>
          <p:nvPr/>
        </p:nvSpPr>
        <p:spPr>
          <a:xfrm>
            <a:off x="9353550" y="3048000"/>
            <a:ext cx="1076325" cy="266700"/>
          </a:xfrm>
          <a:prstGeom prst="rect">
            <a:avLst/>
          </a:prstGeom>
          <a:noFill/>
          <a:ln w="0">
            <a:noFill/>
            <a:prstDash val="solid"/>
          </a:ln>
        </p:spPr>
        <p:txBody>
          <a:bodyPr lIns="19050" tIns="19050" rIns="19050" bIns="19050" anchor="t">
            <a:normAutofit/>
          </a:bodyPr>
          <a:lstStyle/>
          <a:p>
            <a:pPr algn="l">
              <a:lnSpc>
                <a:spcPct val="114000"/>
              </a:lnSpc>
              <a:buNone/>
              <a:defRPr sz="1125" b="0">
                <a:solidFill>
                  <a:srgbClr val="172033"/>
                </a:solidFill>
                <a:latin typeface="PingFang SC"/>
                <a:ea typeface="PingFang SC"/>
                <a:cs typeface="PingFang SC"/>
              </a:defRPr>
            </a:pPr>
            <a:r>
              <a:rPr sz="1125" b="0">
                <a:solidFill>
                  <a:srgbClr val="172033"/>
                </a:solidFill>
                <a:latin typeface="PingFang SC"/>
                <a:ea typeface="PingFang SC"/>
                <a:cs typeface="PingFang SC"/>
              </a:rPr>
              <a:t>local edit</a:t>
            </a:r>
          </a:p>
        </p:txBody>
      </p:sp>
      <p:sp>
        <p:nvSpPr>
          <p:cNvPr id="24" name="圆角矩形 23">
            <a:extLst>
              <a:ext uri="{FF2B5EF4-FFF2-40B4-BE49-F238E27FC236}">
                <a16:creationId xmlns:a16="http://schemas.microsoft.com/office/drawing/2014/main" id="{34BA7CA5-424F-4FA6-A766-D7721C2CA0B7}"/>
              </a:ext>
            </a:extLst>
          </p:cNvPr>
          <p:cNvSpPr>
            <a:spLocks noGrp="1"/>
          </p:cNvSpPr>
          <p:nvPr/>
        </p:nvSpPr>
        <p:spPr>
          <a:xfrm>
            <a:off x="5619750" y="4114800"/>
            <a:ext cx="4000500" cy="952500"/>
          </a:xfrm>
          <a:prstGeom prst="roundRect">
            <a:avLst>
              <a:gd name="adj" fmla="val 12000"/>
            </a:avLst>
          </a:prstGeom>
          <a:solidFill>
            <a:srgbClr val="DCFCE7"/>
          </a:solidFill>
          <a:ln w="0">
            <a:noFill/>
            <a:prstDash val="solid"/>
          </a:ln>
        </p:spPr>
        <p:txBody>
          <a:bodyPr/>
          <a:lstStyle/>
          <a:p>
            <a:endParaRPr lang="zh-CN" altLang="en-US"/>
          </a:p>
        </p:txBody>
      </p:sp>
      <p:sp>
        <p:nvSpPr>
          <p:cNvPr id="25" name="矩形 24">
            <a:extLst>
              <a:ext uri="{FF2B5EF4-FFF2-40B4-BE49-F238E27FC236}">
                <a16:creationId xmlns:a16="http://schemas.microsoft.com/office/drawing/2014/main" id="{958E1660-B731-432D-85A7-5959A302412D}"/>
              </a:ext>
            </a:extLst>
          </p:cNvPr>
          <p:cNvSpPr>
            <a:spLocks noGrp="1"/>
          </p:cNvSpPr>
          <p:nvPr/>
        </p:nvSpPr>
        <p:spPr>
          <a:xfrm>
            <a:off x="5962650" y="4343400"/>
            <a:ext cx="2857500" cy="285750"/>
          </a:xfrm>
          <a:prstGeom prst="rect">
            <a:avLst/>
          </a:prstGeom>
          <a:noFill/>
          <a:ln w="0">
            <a:noFill/>
            <a:prstDash val="solid"/>
          </a:ln>
        </p:spPr>
        <p:txBody>
          <a:bodyPr lIns="19050" tIns="19050" rIns="19050" bIns="19050" anchor="t">
            <a:normAutofit fontScale="72952"/>
          </a:bodyPr>
          <a:lstStyle/>
          <a:p>
            <a:pPr algn="ctr">
              <a:lnSpc>
                <a:spcPct val="110000"/>
              </a:lnSpc>
              <a:buNone/>
              <a:defRPr sz="2025" b="1">
                <a:solidFill>
                  <a:srgbClr val="16A34A"/>
                </a:solidFill>
                <a:latin typeface="PingFang SC"/>
                <a:ea typeface="PingFang SC"/>
                <a:cs typeface="PingFang SC"/>
              </a:defRPr>
            </a:pPr>
            <a:r>
              <a:rPr sz="2025" b="1">
                <a:solidFill>
                  <a:srgbClr val="16A34A"/>
                </a:solidFill>
                <a:latin typeface="PingFang SC"/>
                <a:ea typeface="PingFang SC"/>
                <a:cs typeface="PingFang SC"/>
              </a:rPr>
              <a:t>Route = auto_accept</a:t>
            </a:r>
          </a:p>
        </p:txBody>
      </p:sp>
      <p:sp>
        <p:nvSpPr>
          <p:cNvPr id="26" name="矩形 25">
            <a:extLst>
              <a:ext uri="{FF2B5EF4-FFF2-40B4-BE49-F238E27FC236}">
                <a16:creationId xmlns:a16="http://schemas.microsoft.com/office/drawing/2014/main" id="{3905EDFC-02B0-4C86-929D-044A5186AF9E}"/>
              </a:ext>
            </a:extLst>
          </p:cNvPr>
          <p:cNvSpPr>
            <a:spLocks noGrp="1"/>
          </p:cNvSpPr>
          <p:nvPr/>
        </p:nvSpPr>
        <p:spPr>
          <a:xfrm>
            <a:off x="5867400" y="4705350"/>
            <a:ext cx="3333750" cy="228600"/>
          </a:xfrm>
          <a:prstGeom prst="rect">
            <a:avLst/>
          </a:prstGeom>
          <a:noFill/>
          <a:ln w="0">
            <a:noFill/>
            <a:prstDash val="solid"/>
          </a:ln>
        </p:spPr>
        <p:txBody>
          <a:bodyPr lIns="19050" tIns="19050" rIns="19050" bIns="19050" anchor="t">
            <a:normAutofit fontScale="83172"/>
          </a:bodyPr>
          <a:lstStyle/>
          <a:p>
            <a:pPr algn="ctr">
              <a:lnSpc>
                <a:spcPct val="110000"/>
              </a:lnSpc>
              <a:buNone/>
              <a:defRPr sz="1200" b="0">
                <a:solidFill>
                  <a:srgbClr val="172033"/>
                </a:solidFill>
                <a:latin typeface="PingFang SC"/>
                <a:ea typeface="PingFang SC"/>
                <a:cs typeface="PingFang SC"/>
              </a:defRPr>
            </a:pPr>
            <a:r>
              <a:rPr sz="1200" b="0">
                <a:solidFill>
                  <a:srgbClr val="172033"/>
                </a:solidFill>
                <a:latin typeface="PingFang SC"/>
                <a:ea typeface="PingFang SC"/>
                <a:cs typeface="PingFang SC"/>
              </a:rPr>
              <a:t>原因：局部语法一致性；不添加新内容；不改变学生观点。</a:t>
            </a:r>
          </a:p>
        </p:txBody>
      </p:sp>
      <p:sp>
        <p:nvSpPr>
          <p:cNvPr id="27" name="矩形 26">
            <a:extLst>
              <a:ext uri="{FF2B5EF4-FFF2-40B4-BE49-F238E27FC236}">
                <a16:creationId xmlns:a16="http://schemas.microsoft.com/office/drawing/2014/main" id="{481D83A6-ADB6-4520-AAB3-0DE1FAD935E1}"/>
              </a:ext>
            </a:extLst>
          </p:cNvPr>
          <p:cNvSpPr>
            <a:spLocks noGrp="1"/>
          </p:cNvSpPr>
          <p:nvPr/>
        </p:nvSpPr>
        <p:spPr>
          <a:xfrm>
            <a:off x="609600" y="6553200"/>
            <a:ext cx="4000500" cy="171450"/>
          </a:xfrm>
          <a:prstGeom prst="rect">
            <a:avLst/>
          </a:prstGeom>
          <a:noFill/>
          <a:ln w="0">
            <a:noFill/>
            <a:prstDash val="solid"/>
          </a:ln>
        </p:spPr>
        <p:txBody>
          <a:bodyPr lIns="19050" tIns="19050" rIns="19050" bIns="19050" anchor="t">
            <a:normAutofit/>
          </a:bodyPr>
          <a:lstStyle/>
          <a:p>
            <a:pPr algn="l">
              <a:lnSpc>
                <a:spcPct val="110000"/>
              </a:lnSpc>
              <a:buNone/>
              <a:defRPr sz="750" b="0">
                <a:solidFill>
                  <a:srgbClr val="8792A3"/>
                </a:solidFill>
                <a:latin typeface="PingFang SC"/>
                <a:ea typeface="PingFang SC"/>
                <a:cs typeface="PingFang SC"/>
              </a:defRPr>
            </a:pPr>
            <a:r>
              <a:rPr sz="750" b="0">
                <a:solidFill>
                  <a:srgbClr val="8792A3"/>
                </a:solidFill>
                <a:latin typeface="PingFang SC"/>
                <a:ea typeface="PingFang SC"/>
                <a:cs typeface="PingFang SC"/>
              </a:rPr>
              <a:t>ConsensusScope workflow explanation | 7/12</a:t>
            </a:r>
          </a:p>
        </p:txBody>
      </p:sp>
    </p:spTree>
    <p:extLst>
      <p:ext uri="{BB962C8B-B14F-4D97-AF65-F5344CB8AC3E}">
        <p14:creationId xmlns:p14="http://schemas.microsoft.com/office/powerpoint/2010/main" val="12667089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6" name="矩形 25">
            <a:extLst>
              <a:ext uri="{FF2B5EF4-FFF2-40B4-BE49-F238E27FC236}">
                <a16:creationId xmlns:a16="http://schemas.microsoft.com/office/drawing/2014/main" id="{C2A7FFFE-D8AE-487C-A286-0E168A4123C9}"/>
              </a:ext>
            </a:extLst>
          </p:cNvPr>
          <p:cNvSpPr>
            <a:spLocks noGrp="1"/>
          </p:cNvSpPr>
          <p:nvPr/>
        </p:nvSpPr>
        <p:spPr>
          <a:xfrm>
            <a:off x="609600" y="400050"/>
            <a:ext cx="4953000" cy="266700"/>
          </a:xfrm>
          <a:prstGeom prst="rect">
            <a:avLst/>
          </a:prstGeom>
          <a:noFill/>
          <a:ln w="0">
            <a:noFill/>
            <a:prstDash val="solid"/>
          </a:ln>
        </p:spPr>
        <p:txBody>
          <a:bodyPr lIns="19050" tIns="19050" rIns="19050" bIns="19050" anchor="t">
            <a:normAutofit/>
          </a:bodyPr>
          <a:lstStyle/>
          <a:p>
            <a:pPr algn="l">
              <a:lnSpc>
                <a:spcPct val="110000"/>
              </a:lnSpc>
              <a:buNone/>
              <a:defRPr sz="975" b="1">
                <a:solidFill>
                  <a:srgbClr val="2563EB"/>
                </a:solidFill>
                <a:latin typeface="PingFang SC"/>
                <a:ea typeface="PingFang SC"/>
                <a:cs typeface="PingFang SC"/>
              </a:defRPr>
            </a:pPr>
            <a:r>
              <a:rPr sz="975" b="1">
                <a:solidFill>
                  <a:srgbClr val="2563EB"/>
                </a:solidFill>
                <a:latin typeface="PingFang SC"/>
                <a:ea typeface="PingFang SC"/>
                <a:cs typeface="PingFang SC"/>
              </a:rPr>
              <a:t>Example B</a:t>
            </a:r>
          </a:p>
        </p:txBody>
      </p:sp>
      <p:sp>
        <p:nvSpPr>
          <p:cNvPr id="2" name="矩形 1">
            <a:extLst>
              <a:ext uri="{FF2B5EF4-FFF2-40B4-BE49-F238E27FC236}">
                <a16:creationId xmlns:a16="http://schemas.microsoft.com/office/drawing/2014/main" id="{196451E2-C0F6-455E-993E-E4CB3B60D115}"/>
              </a:ext>
            </a:extLst>
          </p:cNvPr>
          <p:cNvSpPr>
            <a:spLocks noGrp="1"/>
          </p:cNvSpPr>
          <p:nvPr/>
        </p:nvSpPr>
        <p:spPr>
          <a:xfrm>
            <a:off x="609600" y="723900"/>
            <a:ext cx="8763000" cy="590550"/>
          </a:xfrm>
          <a:prstGeom prst="rect">
            <a:avLst/>
          </a:prstGeom>
          <a:noFill/>
          <a:ln w="0">
            <a:noFill/>
            <a:prstDash val="solid"/>
          </a:ln>
        </p:spPr>
        <p:txBody>
          <a:bodyPr lIns="19050" tIns="19050" rIns="19050" bIns="19050" anchor="t">
            <a:normAutofit/>
          </a:bodyPr>
          <a:lstStyle/>
          <a:p>
            <a:pPr algn="l">
              <a:lnSpc>
                <a:spcPct val="102000"/>
              </a:lnSpc>
              <a:buNone/>
              <a:defRPr sz="2550" b="1">
                <a:solidFill>
                  <a:srgbClr val="172033"/>
                </a:solidFill>
                <a:latin typeface="PingFang SC"/>
                <a:ea typeface="PingFang SC"/>
                <a:cs typeface="PingFang SC"/>
              </a:defRPr>
            </a:pPr>
            <a:r>
              <a:rPr sz="2550" b="1">
                <a:solidFill>
                  <a:srgbClr val="172033"/>
                </a:solidFill>
                <a:latin typeface="PingFang SC"/>
                <a:ea typeface="PingFang SC"/>
                <a:cs typeface="PingFang SC"/>
              </a:rPr>
              <a:t>可能改变原意：必须教师复核</a:t>
            </a:r>
          </a:p>
        </p:txBody>
      </p:sp>
      <p:sp>
        <p:nvSpPr>
          <p:cNvPr id="3" name="矩形 2">
            <a:extLst>
              <a:ext uri="{FF2B5EF4-FFF2-40B4-BE49-F238E27FC236}">
                <a16:creationId xmlns:a16="http://schemas.microsoft.com/office/drawing/2014/main" id="{5D5BA179-A761-4855-9DEF-D486B7B35620}"/>
              </a:ext>
            </a:extLst>
          </p:cNvPr>
          <p:cNvSpPr>
            <a:spLocks noGrp="1"/>
          </p:cNvSpPr>
          <p:nvPr/>
        </p:nvSpPr>
        <p:spPr>
          <a:xfrm>
            <a:off x="609600" y="1352550"/>
            <a:ext cx="8953500" cy="400050"/>
          </a:xfrm>
          <a:prstGeom prst="rect">
            <a:avLst/>
          </a:prstGeom>
          <a:noFill/>
          <a:ln w="0">
            <a:noFill/>
            <a:prstDash val="solid"/>
          </a:ln>
        </p:spPr>
        <p:txBody>
          <a:bodyPr lIns="19050" tIns="19050" rIns="19050" bIns="19050" anchor="t">
            <a:normAutofit/>
          </a:bodyPr>
          <a:lstStyle/>
          <a:p>
            <a:pPr algn="l">
              <a:lnSpc>
                <a:spcPct val="118000"/>
              </a:lnSpc>
              <a:buNone/>
              <a:defRPr sz="1350" b="0">
                <a:solidFill>
                  <a:srgbClr val="5B667A"/>
                </a:solidFill>
                <a:latin typeface="PingFang SC"/>
                <a:ea typeface="PingFang SC"/>
                <a:cs typeface="PingFang SC"/>
              </a:defRPr>
            </a:pPr>
            <a:r>
              <a:rPr sz="1350" b="0">
                <a:solidFill>
                  <a:srgbClr val="5B667A"/>
                </a:solidFill>
                <a:latin typeface="PingFang SC"/>
                <a:ea typeface="PingFang SC"/>
                <a:cs typeface="PingFang SC"/>
              </a:rPr>
              <a:t>同样是流畅表达，如果改变学生本意，就不能直接给学生。</a:t>
            </a:r>
          </a:p>
        </p:txBody>
      </p:sp>
      <p:sp>
        <p:nvSpPr>
          <p:cNvPr id="4" name="圆角矩形 3">
            <a:extLst>
              <a:ext uri="{FF2B5EF4-FFF2-40B4-BE49-F238E27FC236}">
                <a16:creationId xmlns:a16="http://schemas.microsoft.com/office/drawing/2014/main" id="{A94B9378-3AA9-462B-B5C7-C8618BC8DB43}"/>
              </a:ext>
            </a:extLst>
          </p:cNvPr>
          <p:cNvSpPr>
            <a:spLocks noGrp="1"/>
          </p:cNvSpPr>
          <p:nvPr/>
        </p:nvSpPr>
        <p:spPr>
          <a:xfrm>
            <a:off x="742950" y="2076450"/>
            <a:ext cx="3810000" cy="990600"/>
          </a:xfrm>
          <a:prstGeom prst="roundRect">
            <a:avLst>
              <a:gd name="adj" fmla="val 11538"/>
            </a:avLst>
          </a:prstGeom>
          <a:solidFill>
            <a:srgbClr val="FFFFFF"/>
          </a:solidFill>
          <a:ln w="9525">
            <a:solidFill>
              <a:srgbClr val="D8DEE9"/>
            </a:solidFill>
            <a:prstDash val="solid"/>
          </a:ln>
        </p:spPr>
        <p:style>
          <a:lnRef idx="0">
            <a:scrgbClr r="0" g="0" b="0"/>
          </a:lnRef>
          <a:fillRef idx="0">
            <a:scrgbClr r="0" g="0" b="0"/>
          </a:fillRef>
          <a:effectRef idx="4">
            <a:scrgbClr r="0" g="0" b="0"/>
          </a:effectRef>
          <a:fontRef idx="major"/>
        </p:style>
        <p:txBody>
          <a:bodyPr/>
          <a:lstStyle/>
          <a:p>
            <a:endParaRPr lang="zh-CN" altLang="en-US"/>
          </a:p>
        </p:txBody>
      </p:sp>
      <p:sp>
        <p:nvSpPr>
          <p:cNvPr id="5" name="矩形 4">
            <a:extLst>
              <a:ext uri="{FF2B5EF4-FFF2-40B4-BE49-F238E27FC236}">
                <a16:creationId xmlns:a16="http://schemas.microsoft.com/office/drawing/2014/main" id="{D82312C4-72B4-45F6-BC34-5FDB372371EE}"/>
              </a:ext>
            </a:extLst>
          </p:cNvPr>
          <p:cNvSpPr>
            <a:spLocks noGrp="1"/>
          </p:cNvSpPr>
          <p:nvPr/>
        </p:nvSpPr>
        <p:spPr>
          <a:xfrm>
            <a:off x="742950" y="2076450"/>
            <a:ext cx="66675" cy="990600"/>
          </a:xfrm>
          <a:prstGeom prst="rect">
            <a:avLst/>
          </a:prstGeom>
          <a:solidFill>
            <a:srgbClr val="2563EB"/>
          </a:solidFill>
          <a:ln w="0">
            <a:solidFill>
              <a:srgbClr val="2563EB"/>
            </a:solidFill>
            <a:prstDash val="solid"/>
          </a:ln>
        </p:spPr>
        <p:txBody>
          <a:bodyPr/>
          <a:lstStyle/>
          <a:p>
            <a:endParaRPr lang="zh-CN" altLang="en-US"/>
          </a:p>
        </p:txBody>
      </p:sp>
      <p:sp>
        <p:nvSpPr>
          <p:cNvPr id="6" name="矩形 5">
            <a:extLst>
              <a:ext uri="{FF2B5EF4-FFF2-40B4-BE49-F238E27FC236}">
                <a16:creationId xmlns:a16="http://schemas.microsoft.com/office/drawing/2014/main" id="{D3DB6219-A812-4B23-9439-4ACF99B64E15}"/>
              </a:ext>
            </a:extLst>
          </p:cNvPr>
          <p:cNvSpPr>
            <a:spLocks noGrp="1"/>
          </p:cNvSpPr>
          <p:nvPr/>
        </p:nvSpPr>
        <p:spPr>
          <a:xfrm>
            <a:off x="933450" y="2247900"/>
            <a:ext cx="3467100" cy="266700"/>
          </a:xfrm>
          <a:prstGeom prst="rect">
            <a:avLst/>
          </a:prstGeom>
          <a:noFill/>
          <a:ln w="0">
            <a:noFill/>
            <a:prstDash val="solid"/>
          </a:ln>
        </p:spPr>
        <p:txBody>
          <a:bodyPr lIns="19050" tIns="19050" rIns="19050" bIns="19050" anchor="t">
            <a:normAutofit/>
          </a:bodyPr>
          <a:lstStyle/>
          <a:p>
            <a:pPr algn="l">
              <a:lnSpc>
                <a:spcPct val="110000"/>
              </a:lnSpc>
              <a:buNone/>
              <a:defRPr sz="1350" b="1">
                <a:solidFill>
                  <a:srgbClr val="2563EB"/>
                </a:solidFill>
                <a:latin typeface="PingFang SC"/>
                <a:ea typeface="PingFang SC"/>
                <a:cs typeface="PingFang SC"/>
              </a:defRPr>
            </a:pPr>
            <a:r>
              <a:rPr sz="1350" b="1">
                <a:solidFill>
                  <a:srgbClr val="2563EB"/>
                </a:solidFill>
                <a:latin typeface="PingFang SC"/>
                <a:ea typeface="PingFang SC"/>
                <a:cs typeface="PingFang SC"/>
              </a:rPr>
              <a:t>学生原文</a:t>
            </a:r>
          </a:p>
        </p:txBody>
      </p:sp>
      <p:sp>
        <p:nvSpPr>
          <p:cNvPr id="7" name="矩形 6">
            <a:extLst>
              <a:ext uri="{FF2B5EF4-FFF2-40B4-BE49-F238E27FC236}">
                <a16:creationId xmlns:a16="http://schemas.microsoft.com/office/drawing/2014/main" id="{55DDECD8-97E4-4B24-B218-D95F688D8B61}"/>
              </a:ext>
            </a:extLst>
          </p:cNvPr>
          <p:cNvSpPr>
            <a:spLocks noGrp="1"/>
          </p:cNvSpPr>
          <p:nvPr/>
        </p:nvSpPr>
        <p:spPr>
          <a:xfrm>
            <a:off x="933450" y="2590800"/>
            <a:ext cx="3467100" cy="342900"/>
          </a:xfrm>
          <a:prstGeom prst="rect">
            <a:avLst/>
          </a:prstGeom>
          <a:noFill/>
          <a:ln w="0">
            <a:noFill/>
            <a:prstDash val="solid"/>
          </a:ln>
        </p:spPr>
        <p:txBody>
          <a:bodyPr lIns="19050" tIns="19050" rIns="19050" bIns="19050" anchor="t">
            <a:normAutofit/>
          </a:bodyPr>
          <a:lstStyle/>
          <a:p>
            <a:pPr algn="l">
              <a:lnSpc>
                <a:spcPct val="118000"/>
              </a:lnSpc>
              <a:buNone/>
              <a:defRPr sz="1275" b="0">
                <a:solidFill>
                  <a:srgbClr val="172033"/>
                </a:solidFill>
                <a:latin typeface="PingFang SC"/>
                <a:ea typeface="PingFang SC"/>
                <a:cs typeface="PingFang SC"/>
              </a:defRPr>
            </a:pPr>
            <a:r>
              <a:rPr sz="1275" b="0">
                <a:solidFill>
                  <a:srgbClr val="172033"/>
                </a:solidFill>
                <a:latin typeface="PingFang SC"/>
                <a:ea typeface="PingFang SC"/>
                <a:cs typeface="PingFang SC"/>
              </a:rPr>
              <a:t>it can help them remember different culture</a:t>
            </a:r>
          </a:p>
        </p:txBody>
      </p:sp>
      <p:sp>
        <p:nvSpPr>
          <p:cNvPr id="8" name="圆角矩形 7">
            <a:extLst>
              <a:ext uri="{FF2B5EF4-FFF2-40B4-BE49-F238E27FC236}">
                <a16:creationId xmlns:a16="http://schemas.microsoft.com/office/drawing/2014/main" id="{5AAEF54E-AF32-451D-BB32-85EC6E41A8C4}"/>
              </a:ext>
            </a:extLst>
          </p:cNvPr>
          <p:cNvSpPr>
            <a:spLocks noGrp="1"/>
          </p:cNvSpPr>
          <p:nvPr/>
        </p:nvSpPr>
        <p:spPr>
          <a:xfrm>
            <a:off x="742950" y="3409950"/>
            <a:ext cx="3810000" cy="1123950"/>
          </a:xfrm>
          <a:prstGeom prst="roundRect">
            <a:avLst>
              <a:gd name="adj" fmla="val 10169"/>
            </a:avLst>
          </a:prstGeom>
          <a:solidFill>
            <a:srgbClr val="FFFFFF"/>
          </a:solidFill>
          <a:ln w="9525">
            <a:solidFill>
              <a:srgbClr val="D8DEE9"/>
            </a:solidFill>
            <a:prstDash val="solid"/>
          </a:ln>
        </p:spPr>
        <p:style>
          <a:lnRef idx="0">
            <a:scrgbClr r="0" g="0" b="0"/>
          </a:lnRef>
          <a:fillRef idx="0">
            <a:scrgbClr r="0" g="0" b="0"/>
          </a:fillRef>
          <a:effectRef idx="4">
            <a:scrgbClr r="0" g="0" b="0"/>
          </a:effectRef>
          <a:fontRef idx="major"/>
        </p:style>
        <p:txBody>
          <a:bodyPr/>
          <a:lstStyle/>
          <a:p>
            <a:endParaRPr lang="zh-CN" altLang="en-US"/>
          </a:p>
        </p:txBody>
      </p:sp>
      <p:sp>
        <p:nvSpPr>
          <p:cNvPr id="9" name="矩形 8">
            <a:extLst>
              <a:ext uri="{FF2B5EF4-FFF2-40B4-BE49-F238E27FC236}">
                <a16:creationId xmlns:a16="http://schemas.microsoft.com/office/drawing/2014/main" id="{BBE80851-B137-44A8-B2C8-5FDC13D66AFE}"/>
              </a:ext>
            </a:extLst>
          </p:cNvPr>
          <p:cNvSpPr>
            <a:spLocks noGrp="1"/>
          </p:cNvSpPr>
          <p:nvPr/>
        </p:nvSpPr>
        <p:spPr>
          <a:xfrm>
            <a:off x="742950" y="3409950"/>
            <a:ext cx="66675" cy="1123950"/>
          </a:xfrm>
          <a:prstGeom prst="rect">
            <a:avLst/>
          </a:prstGeom>
          <a:solidFill>
            <a:srgbClr val="0F766E"/>
          </a:solidFill>
          <a:ln w="0">
            <a:solidFill>
              <a:srgbClr val="0F766E"/>
            </a:solidFill>
            <a:prstDash val="solid"/>
          </a:ln>
        </p:spPr>
        <p:txBody>
          <a:bodyPr/>
          <a:lstStyle/>
          <a:p>
            <a:endParaRPr lang="zh-CN" altLang="en-US"/>
          </a:p>
        </p:txBody>
      </p:sp>
      <p:sp>
        <p:nvSpPr>
          <p:cNvPr id="10" name="矩形 9">
            <a:extLst>
              <a:ext uri="{FF2B5EF4-FFF2-40B4-BE49-F238E27FC236}">
                <a16:creationId xmlns:a16="http://schemas.microsoft.com/office/drawing/2014/main" id="{D199B4B6-1753-498A-90C0-0E3720FF9EDC}"/>
              </a:ext>
            </a:extLst>
          </p:cNvPr>
          <p:cNvSpPr>
            <a:spLocks noGrp="1"/>
          </p:cNvSpPr>
          <p:nvPr/>
        </p:nvSpPr>
        <p:spPr>
          <a:xfrm>
            <a:off x="933450" y="3581400"/>
            <a:ext cx="3467100" cy="266700"/>
          </a:xfrm>
          <a:prstGeom prst="rect">
            <a:avLst/>
          </a:prstGeom>
          <a:noFill/>
          <a:ln w="0">
            <a:noFill/>
            <a:prstDash val="solid"/>
          </a:ln>
        </p:spPr>
        <p:txBody>
          <a:bodyPr lIns="19050" tIns="19050" rIns="19050" bIns="19050" anchor="t">
            <a:normAutofit/>
          </a:bodyPr>
          <a:lstStyle/>
          <a:p>
            <a:pPr algn="l">
              <a:lnSpc>
                <a:spcPct val="110000"/>
              </a:lnSpc>
              <a:buNone/>
              <a:defRPr sz="1350" b="1">
                <a:solidFill>
                  <a:srgbClr val="0F766E"/>
                </a:solidFill>
                <a:latin typeface="PingFang SC"/>
                <a:ea typeface="PingFang SC"/>
                <a:cs typeface="PingFang SC"/>
              </a:defRPr>
            </a:pPr>
            <a:r>
              <a:rPr sz="1350" b="1">
                <a:solidFill>
                  <a:srgbClr val="0F766E"/>
                </a:solidFill>
                <a:latin typeface="PingFang SC"/>
                <a:ea typeface="PingFang SC"/>
                <a:cs typeface="PingFang SC"/>
              </a:rPr>
              <a:t>AI 建议</a:t>
            </a:r>
          </a:p>
        </p:txBody>
      </p:sp>
      <p:sp>
        <p:nvSpPr>
          <p:cNvPr id="11" name="矩形 10">
            <a:extLst>
              <a:ext uri="{FF2B5EF4-FFF2-40B4-BE49-F238E27FC236}">
                <a16:creationId xmlns:a16="http://schemas.microsoft.com/office/drawing/2014/main" id="{C90EBDE2-13AC-4031-AC70-EA9245E1D182}"/>
              </a:ext>
            </a:extLst>
          </p:cNvPr>
          <p:cNvSpPr>
            <a:spLocks noGrp="1"/>
          </p:cNvSpPr>
          <p:nvPr/>
        </p:nvSpPr>
        <p:spPr>
          <a:xfrm>
            <a:off x="933450" y="3924300"/>
            <a:ext cx="3467100" cy="476250"/>
          </a:xfrm>
          <a:prstGeom prst="rect">
            <a:avLst/>
          </a:prstGeom>
          <a:noFill/>
          <a:ln w="0">
            <a:noFill/>
            <a:prstDash val="solid"/>
          </a:ln>
        </p:spPr>
        <p:txBody>
          <a:bodyPr lIns="19050" tIns="19050" rIns="19050" bIns="19050" anchor="t">
            <a:normAutofit fontScale="95547"/>
          </a:bodyPr>
          <a:lstStyle/>
          <a:p>
            <a:pPr algn="l">
              <a:lnSpc>
                <a:spcPct val="118000"/>
              </a:lnSpc>
              <a:buNone/>
              <a:defRPr sz="1275" b="0">
                <a:solidFill>
                  <a:srgbClr val="172033"/>
                </a:solidFill>
                <a:latin typeface="PingFang SC"/>
                <a:ea typeface="PingFang SC"/>
                <a:cs typeface="PingFang SC"/>
              </a:defRPr>
            </a:pPr>
            <a:r>
              <a:rPr sz="1275" b="0">
                <a:solidFill>
                  <a:srgbClr val="172033"/>
                </a:solidFill>
                <a:latin typeface="PingFang SC"/>
                <a:ea typeface="PingFang SC"/>
                <a:cs typeface="PingFang SC"/>
              </a:rPr>
              <a:t>Change to “it helped them learn different cultures”.</a:t>
            </a:r>
          </a:p>
        </p:txBody>
      </p:sp>
      <p:sp>
        <p:nvSpPr>
          <p:cNvPr id="12" name="圆角矩形 11">
            <a:extLst>
              <a:ext uri="{FF2B5EF4-FFF2-40B4-BE49-F238E27FC236}">
                <a16:creationId xmlns:a16="http://schemas.microsoft.com/office/drawing/2014/main" id="{4A005602-CE14-4A52-87DD-71AC47BD6A82}"/>
              </a:ext>
            </a:extLst>
          </p:cNvPr>
          <p:cNvSpPr>
            <a:spLocks noGrp="1"/>
          </p:cNvSpPr>
          <p:nvPr/>
        </p:nvSpPr>
        <p:spPr>
          <a:xfrm>
            <a:off x="5143500" y="2076450"/>
            <a:ext cx="3333750" cy="1504950"/>
          </a:xfrm>
          <a:prstGeom prst="roundRect">
            <a:avLst>
              <a:gd name="adj" fmla="val 7595"/>
            </a:avLst>
          </a:prstGeom>
          <a:solidFill>
            <a:srgbClr val="FEE2E2"/>
          </a:solidFill>
          <a:ln w="9525">
            <a:solidFill>
              <a:srgbClr val="D8DEE9"/>
            </a:solidFill>
            <a:prstDash val="solid"/>
          </a:ln>
        </p:spPr>
        <p:style>
          <a:lnRef idx="0">
            <a:scrgbClr r="0" g="0" b="0"/>
          </a:lnRef>
          <a:fillRef idx="0">
            <a:scrgbClr r="0" g="0" b="0"/>
          </a:fillRef>
          <a:effectRef idx="4">
            <a:scrgbClr r="0" g="0" b="0"/>
          </a:effectRef>
          <a:fontRef idx="major"/>
        </p:style>
        <p:txBody>
          <a:bodyPr/>
          <a:lstStyle/>
          <a:p>
            <a:endParaRPr lang="zh-CN" altLang="en-US"/>
          </a:p>
        </p:txBody>
      </p:sp>
      <p:sp>
        <p:nvSpPr>
          <p:cNvPr id="13" name="矩形 12">
            <a:extLst>
              <a:ext uri="{FF2B5EF4-FFF2-40B4-BE49-F238E27FC236}">
                <a16:creationId xmlns:a16="http://schemas.microsoft.com/office/drawing/2014/main" id="{C67F40EB-FA7B-47C8-88FA-ED001770FA1F}"/>
              </a:ext>
            </a:extLst>
          </p:cNvPr>
          <p:cNvSpPr>
            <a:spLocks noGrp="1"/>
          </p:cNvSpPr>
          <p:nvPr/>
        </p:nvSpPr>
        <p:spPr>
          <a:xfrm>
            <a:off x="5143500" y="2076450"/>
            <a:ext cx="66675" cy="1504950"/>
          </a:xfrm>
          <a:prstGeom prst="rect">
            <a:avLst/>
          </a:prstGeom>
          <a:solidFill>
            <a:srgbClr val="DC2626"/>
          </a:solidFill>
          <a:ln w="0">
            <a:solidFill>
              <a:srgbClr val="DC2626"/>
            </a:solidFill>
            <a:prstDash val="solid"/>
          </a:ln>
        </p:spPr>
        <p:txBody>
          <a:bodyPr/>
          <a:lstStyle/>
          <a:p>
            <a:endParaRPr lang="zh-CN" altLang="en-US"/>
          </a:p>
        </p:txBody>
      </p:sp>
      <p:sp>
        <p:nvSpPr>
          <p:cNvPr id="14" name="矩形 13">
            <a:extLst>
              <a:ext uri="{FF2B5EF4-FFF2-40B4-BE49-F238E27FC236}">
                <a16:creationId xmlns:a16="http://schemas.microsoft.com/office/drawing/2014/main" id="{9CAA31A9-1949-4202-B0FC-0A200F0B3235}"/>
              </a:ext>
            </a:extLst>
          </p:cNvPr>
          <p:cNvSpPr>
            <a:spLocks noGrp="1"/>
          </p:cNvSpPr>
          <p:nvPr/>
        </p:nvSpPr>
        <p:spPr>
          <a:xfrm>
            <a:off x="5334000" y="2247900"/>
            <a:ext cx="2990850" cy="266700"/>
          </a:xfrm>
          <a:prstGeom prst="rect">
            <a:avLst/>
          </a:prstGeom>
          <a:noFill/>
          <a:ln w="0">
            <a:noFill/>
            <a:prstDash val="solid"/>
          </a:ln>
        </p:spPr>
        <p:txBody>
          <a:bodyPr lIns="19050" tIns="19050" rIns="19050" bIns="19050" anchor="t">
            <a:normAutofit/>
          </a:bodyPr>
          <a:lstStyle/>
          <a:p>
            <a:pPr algn="l">
              <a:lnSpc>
                <a:spcPct val="110000"/>
              </a:lnSpc>
              <a:buNone/>
              <a:defRPr sz="1350" b="1">
                <a:solidFill>
                  <a:srgbClr val="DC2626"/>
                </a:solidFill>
                <a:latin typeface="PingFang SC"/>
                <a:ea typeface="PingFang SC"/>
                <a:cs typeface="PingFang SC"/>
              </a:defRPr>
            </a:pPr>
            <a:r>
              <a:rPr sz="1350" b="1">
                <a:solidFill>
                  <a:srgbClr val="DC2626"/>
                </a:solidFill>
                <a:latin typeface="PingFang SC"/>
                <a:ea typeface="PingFang SC"/>
                <a:cs typeface="PingFang SC"/>
              </a:rPr>
              <a:t>系统检测到的风险信号</a:t>
            </a:r>
          </a:p>
        </p:txBody>
      </p:sp>
      <p:sp>
        <p:nvSpPr>
          <p:cNvPr id="15" name="矩形 14">
            <a:extLst>
              <a:ext uri="{FF2B5EF4-FFF2-40B4-BE49-F238E27FC236}">
                <a16:creationId xmlns:a16="http://schemas.microsoft.com/office/drawing/2014/main" id="{EF03AFBD-FF97-468C-8003-CBFBEB359AE9}"/>
              </a:ext>
            </a:extLst>
          </p:cNvPr>
          <p:cNvSpPr>
            <a:spLocks noGrp="1"/>
          </p:cNvSpPr>
          <p:nvPr/>
        </p:nvSpPr>
        <p:spPr>
          <a:xfrm>
            <a:off x="5334000" y="2590800"/>
            <a:ext cx="2990850" cy="857250"/>
          </a:xfrm>
          <a:prstGeom prst="rect">
            <a:avLst/>
          </a:prstGeom>
          <a:noFill/>
          <a:ln w="0">
            <a:noFill/>
            <a:prstDash val="solid"/>
          </a:ln>
        </p:spPr>
        <p:txBody>
          <a:bodyPr lIns="19050" tIns="19050" rIns="19050" bIns="19050" anchor="t">
            <a:normAutofit fontScale="96026"/>
          </a:bodyPr>
          <a:lstStyle/>
          <a:p>
            <a:pPr algn="l">
              <a:lnSpc>
                <a:spcPct val="118000"/>
              </a:lnSpc>
              <a:buNone/>
              <a:defRPr sz="1275" b="0">
                <a:solidFill>
                  <a:srgbClr val="172033"/>
                </a:solidFill>
                <a:latin typeface="PingFang SC"/>
                <a:ea typeface="PingFang SC"/>
                <a:cs typeface="PingFang SC"/>
              </a:defRPr>
            </a:pPr>
            <a:r>
              <a:rPr sz="1275" b="0">
                <a:solidFill>
                  <a:srgbClr val="172033"/>
                </a:solidFill>
                <a:latin typeface="PingFang SC"/>
                <a:ea typeface="PingFang SC"/>
                <a:cs typeface="PingFang SC"/>
              </a:rPr>
              <a:t>semantic drift: remember → learned</a:t>
            </a:r>
          </a:p>
          <a:p>
            <a:pPr algn="l">
              <a:lnSpc>
                <a:spcPct val="118000"/>
              </a:lnSpc>
              <a:buNone/>
              <a:defRPr sz="1275" b="0">
                <a:solidFill>
                  <a:srgbClr val="172033"/>
                </a:solidFill>
                <a:latin typeface="PingFang SC"/>
                <a:ea typeface="PingFang SC"/>
                <a:cs typeface="PingFang SC"/>
              </a:defRPr>
            </a:pPr>
            <a:r>
              <a:rPr sz="1275" b="0">
                <a:solidFill>
                  <a:srgbClr val="172033"/>
                </a:solidFill>
                <a:latin typeface="PingFang SC"/>
                <a:ea typeface="PingFang SC"/>
                <a:cs typeface="PingFang SC"/>
              </a:rPr>
              <a:t>meaning-change cue</a:t>
            </a:r>
          </a:p>
          <a:p>
            <a:pPr algn="l">
              <a:lnSpc>
                <a:spcPct val="118000"/>
              </a:lnSpc>
              <a:buNone/>
              <a:defRPr sz="1275" b="0">
                <a:solidFill>
                  <a:srgbClr val="172033"/>
                </a:solidFill>
                <a:latin typeface="PingFang SC"/>
                <a:ea typeface="PingFang SC"/>
                <a:cs typeface="PingFang SC"/>
              </a:defRPr>
            </a:pPr>
            <a:r>
              <a:rPr sz="1275" b="0">
                <a:solidFill>
                  <a:srgbClr val="172033"/>
                </a:solidFill>
                <a:latin typeface="PingFang SC"/>
                <a:ea typeface="PingFang SC"/>
                <a:cs typeface="PingFang SC"/>
              </a:rPr>
              <a:t>vocabulary edit with tense/meaning shift</a:t>
            </a:r>
          </a:p>
        </p:txBody>
      </p:sp>
      <p:sp>
        <p:nvSpPr>
          <p:cNvPr id="16" name="圆角矩形 15">
            <a:extLst>
              <a:ext uri="{FF2B5EF4-FFF2-40B4-BE49-F238E27FC236}">
                <a16:creationId xmlns:a16="http://schemas.microsoft.com/office/drawing/2014/main" id="{7ED0DB92-C067-486F-ACF5-3C9D92128E5D}"/>
              </a:ext>
            </a:extLst>
          </p:cNvPr>
          <p:cNvSpPr>
            <a:spLocks noGrp="1"/>
          </p:cNvSpPr>
          <p:nvPr/>
        </p:nvSpPr>
        <p:spPr>
          <a:xfrm>
            <a:off x="5143500" y="4095750"/>
            <a:ext cx="3333750" cy="800100"/>
          </a:xfrm>
          <a:prstGeom prst="roundRect">
            <a:avLst>
              <a:gd name="adj" fmla="val 14286"/>
            </a:avLst>
          </a:prstGeom>
          <a:solidFill>
            <a:srgbClr val="FEE2E2"/>
          </a:solidFill>
          <a:ln w="0">
            <a:noFill/>
            <a:prstDash val="solid"/>
          </a:ln>
        </p:spPr>
        <p:txBody>
          <a:bodyPr/>
          <a:lstStyle/>
          <a:p>
            <a:endParaRPr lang="zh-CN" altLang="en-US"/>
          </a:p>
        </p:txBody>
      </p:sp>
      <p:sp>
        <p:nvSpPr>
          <p:cNvPr id="17" name="矩形 16">
            <a:extLst>
              <a:ext uri="{FF2B5EF4-FFF2-40B4-BE49-F238E27FC236}">
                <a16:creationId xmlns:a16="http://schemas.microsoft.com/office/drawing/2014/main" id="{0315F4F3-7DA3-4890-AE92-85FDC993637A}"/>
              </a:ext>
            </a:extLst>
          </p:cNvPr>
          <p:cNvSpPr>
            <a:spLocks noGrp="1"/>
          </p:cNvSpPr>
          <p:nvPr/>
        </p:nvSpPr>
        <p:spPr>
          <a:xfrm>
            <a:off x="5467350" y="4305300"/>
            <a:ext cx="2667000" cy="285750"/>
          </a:xfrm>
          <a:prstGeom prst="rect">
            <a:avLst/>
          </a:prstGeom>
          <a:noFill/>
          <a:ln w="0">
            <a:noFill/>
            <a:prstDash val="solid"/>
          </a:ln>
        </p:spPr>
        <p:txBody>
          <a:bodyPr lIns="19050" tIns="19050" rIns="19050" bIns="19050" anchor="t">
            <a:normAutofit fontScale="75758"/>
          </a:bodyPr>
          <a:lstStyle/>
          <a:p>
            <a:pPr algn="ctr">
              <a:lnSpc>
                <a:spcPct val="110000"/>
              </a:lnSpc>
              <a:buNone/>
              <a:defRPr sz="1950" b="1">
                <a:solidFill>
                  <a:srgbClr val="DC2626"/>
                </a:solidFill>
                <a:latin typeface="PingFang SC"/>
                <a:ea typeface="PingFang SC"/>
                <a:cs typeface="PingFang SC"/>
              </a:defRPr>
            </a:pPr>
            <a:r>
              <a:rPr sz="1950" b="1">
                <a:solidFill>
                  <a:srgbClr val="DC2626"/>
                </a:solidFill>
                <a:latin typeface="PingFang SC"/>
                <a:ea typeface="PingFang SC"/>
                <a:cs typeface="PingFang SC"/>
              </a:rPr>
              <a:t>Route = teacher_review</a:t>
            </a:r>
          </a:p>
        </p:txBody>
      </p:sp>
      <p:sp>
        <p:nvSpPr>
          <p:cNvPr id="18" name="矩形 17">
            <a:extLst>
              <a:ext uri="{FF2B5EF4-FFF2-40B4-BE49-F238E27FC236}">
                <a16:creationId xmlns:a16="http://schemas.microsoft.com/office/drawing/2014/main" id="{8CF1BB03-3813-40FC-9AF7-B3FE2BE9F6A6}"/>
              </a:ext>
            </a:extLst>
          </p:cNvPr>
          <p:cNvSpPr>
            <a:spLocks noGrp="1"/>
          </p:cNvSpPr>
          <p:nvPr/>
        </p:nvSpPr>
        <p:spPr>
          <a:xfrm>
            <a:off x="5619750" y="4648200"/>
            <a:ext cx="2362200" cy="209550"/>
          </a:xfrm>
          <a:prstGeom prst="rect">
            <a:avLst/>
          </a:prstGeom>
          <a:noFill/>
          <a:ln w="0">
            <a:noFill/>
            <a:prstDash val="solid"/>
          </a:ln>
        </p:spPr>
        <p:txBody>
          <a:bodyPr lIns="19050" tIns="19050" rIns="19050" bIns="19050" anchor="t">
            <a:normAutofit fontScale="85227"/>
          </a:bodyPr>
          <a:lstStyle/>
          <a:p>
            <a:pPr algn="ctr">
              <a:lnSpc>
                <a:spcPct val="110000"/>
              </a:lnSpc>
              <a:buNone/>
              <a:defRPr sz="1200" b="0">
                <a:solidFill>
                  <a:srgbClr val="172033"/>
                </a:solidFill>
                <a:latin typeface="PingFang SC"/>
                <a:ea typeface="PingFang SC"/>
                <a:cs typeface="PingFang SC"/>
              </a:defRPr>
            </a:pPr>
            <a:r>
              <a:rPr sz="1200" b="0">
                <a:solidFill>
                  <a:srgbClr val="172033"/>
                </a:solidFill>
                <a:latin typeface="PingFang SC"/>
                <a:ea typeface="PingFang SC"/>
                <a:cs typeface="PingFang SC"/>
              </a:rPr>
              <a:t>教师判断：是否保持学生原意？</a:t>
            </a:r>
          </a:p>
        </p:txBody>
      </p:sp>
      <p:sp>
        <p:nvSpPr>
          <p:cNvPr id="19" name="圆角矩形 18">
            <a:extLst>
              <a:ext uri="{FF2B5EF4-FFF2-40B4-BE49-F238E27FC236}">
                <a16:creationId xmlns:a16="http://schemas.microsoft.com/office/drawing/2014/main" id="{D9EAF458-5306-4A1B-9740-E8A1352CBF52}"/>
              </a:ext>
            </a:extLst>
          </p:cNvPr>
          <p:cNvSpPr>
            <a:spLocks noGrp="1"/>
          </p:cNvSpPr>
          <p:nvPr/>
        </p:nvSpPr>
        <p:spPr>
          <a:xfrm>
            <a:off x="9105900" y="2495550"/>
            <a:ext cx="2000250" cy="1066800"/>
          </a:xfrm>
          <a:prstGeom prst="roundRect">
            <a:avLst>
              <a:gd name="adj" fmla="val 10714"/>
            </a:avLst>
          </a:prstGeom>
          <a:solidFill>
            <a:srgbClr val="FFFFFF"/>
          </a:solidFill>
          <a:ln w="9525">
            <a:solidFill>
              <a:srgbClr val="DC2626"/>
            </a:solidFill>
            <a:prstDash val="solid"/>
          </a:ln>
        </p:spPr>
        <p:style>
          <a:lnRef idx="0">
            <a:scrgbClr r="0" g="0" b="0"/>
          </a:lnRef>
          <a:fillRef idx="0">
            <a:scrgbClr r="0" g="0" b="0"/>
          </a:fillRef>
          <a:effectRef idx="4">
            <a:scrgbClr r="0" g="0" b="0"/>
          </a:effectRef>
          <a:fontRef idx="major"/>
        </p:style>
        <p:txBody>
          <a:bodyPr/>
          <a:lstStyle/>
          <a:p>
            <a:endParaRPr lang="zh-CN" altLang="en-US"/>
          </a:p>
        </p:txBody>
      </p:sp>
      <p:sp>
        <p:nvSpPr>
          <p:cNvPr id="20" name="矩形 19">
            <a:extLst>
              <a:ext uri="{FF2B5EF4-FFF2-40B4-BE49-F238E27FC236}">
                <a16:creationId xmlns:a16="http://schemas.microsoft.com/office/drawing/2014/main" id="{DAB740DD-C9CE-4A7E-B68D-676FAB484BFB}"/>
              </a:ext>
            </a:extLst>
          </p:cNvPr>
          <p:cNvSpPr>
            <a:spLocks noGrp="1"/>
          </p:cNvSpPr>
          <p:nvPr/>
        </p:nvSpPr>
        <p:spPr>
          <a:xfrm>
            <a:off x="9258300" y="2647950"/>
            <a:ext cx="1695450" cy="247650"/>
          </a:xfrm>
          <a:prstGeom prst="rect">
            <a:avLst/>
          </a:prstGeom>
          <a:noFill/>
          <a:ln w="0">
            <a:noFill/>
            <a:prstDash val="solid"/>
          </a:ln>
        </p:spPr>
        <p:txBody>
          <a:bodyPr lIns="19050" tIns="19050" rIns="19050" bIns="19050" anchor="t">
            <a:normAutofit fontScale="87719"/>
          </a:bodyPr>
          <a:lstStyle/>
          <a:p>
            <a:pPr algn="l">
              <a:lnSpc>
                <a:spcPct val="110000"/>
              </a:lnSpc>
              <a:buNone/>
              <a:defRPr sz="1425" b="1">
                <a:solidFill>
                  <a:srgbClr val="DC2626"/>
                </a:solidFill>
                <a:latin typeface="PingFang SC"/>
                <a:ea typeface="PingFang SC"/>
                <a:cs typeface="PingFang SC"/>
              </a:defRPr>
            </a:pPr>
            <a:r>
              <a:rPr sz="1425" b="1">
                <a:solidFill>
                  <a:srgbClr val="DC2626"/>
                </a:solidFill>
                <a:latin typeface="PingFang SC"/>
                <a:ea typeface="PingFang SC"/>
                <a:cs typeface="PingFang SC"/>
              </a:rPr>
              <a:t>Graph dimension</a:t>
            </a:r>
          </a:p>
        </p:txBody>
      </p:sp>
      <p:sp>
        <p:nvSpPr>
          <p:cNvPr id="21" name="矩形 20">
            <a:extLst>
              <a:ext uri="{FF2B5EF4-FFF2-40B4-BE49-F238E27FC236}">
                <a16:creationId xmlns:a16="http://schemas.microsoft.com/office/drawing/2014/main" id="{D225092E-A573-4F64-9818-F0383C5E271F}"/>
              </a:ext>
            </a:extLst>
          </p:cNvPr>
          <p:cNvSpPr>
            <a:spLocks noGrp="1"/>
          </p:cNvSpPr>
          <p:nvPr/>
        </p:nvSpPr>
        <p:spPr>
          <a:xfrm>
            <a:off x="9258300" y="2971800"/>
            <a:ext cx="1695450" cy="495300"/>
          </a:xfrm>
          <a:prstGeom prst="rect">
            <a:avLst/>
          </a:prstGeom>
          <a:noFill/>
          <a:ln w="0">
            <a:noFill/>
            <a:prstDash val="solid"/>
          </a:ln>
        </p:spPr>
        <p:txBody>
          <a:bodyPr lIns="19050" tIns="19050" rIns="19050" bIns="19050" anchor="t">
            <a:normAutofit/>
          </a:bodyPr>
          <a:lstStyle/>
          <a:p>
            <a:pPr algn="l">
              <a:lnSpc>
                <a:spcPct val="114000"/>
              </a:lnSpc>
              <a:buNone/>
              <a:defRPr sz="1125" b="0">
                <a:solidFill>
                  <a:srgbClr val="172033"/>
                </a:solidFill>
                <a:latin typeface="PingFang SC"/>
                <a:ea typeface="PingFang SC"/>
                <a:cs typeface="PingFang SC"/>
              </a:defRPr>
            </a:pPr>
            <a:r>
              <a:rPr sz="1125" b="0">
                <a:solidFill>
                  <a:srgbClr val="172033"/>
                </a:solidFill>
                <a:latin typeface="PingFang SC"/>
                <a:ea typeface="PingFang SC"/>
                <a:cs typeface="PingFang SC"/>
              </a:rPr>
              <a:t>meaning preservation</a:t>
            </a:r>
          </a:p>
        </p:txBody>
      </p:sp>
      <p:sp>
        <p:nvSpPr>
          <p:cNvPr id="22" name="圆角矩形 21">
            <a:extLst>
              <a:ext uri="{FF2B5EF4-FFF2-40B4-BE49-F238E27FC236}">
                <a16:creationId xmlns:a16="http://schemas.microsoft.com/office/drawing/2014/main" id="{C02BAD3E-306B-480E-9C35-B19EFB432531}"/>
              </a:ext>
            </a:extLst>
          </p:cNvPr>
          <p:cNvSpPr>
            <a:spLocks noGrp="1"/>
          </p:cNvSpPr>
          <p:nvPr/>
        </p:nvSpPr>
        <p:spPr>
          <a:xfrm>
            <a:off x="9105900" y="3981450"/>
            <a:ext cx="2000250" cy="1066800"/>
          </a:xfrm>
          <a:prstGeom prst="roundRect">
            <a:avLst>
              <a:gd name="adj" fmla="val 10714"/>
            </a:avLst>
          </a:prstGeom>
          <a:solidFill>
            <a:srgbClr val="FFFFFF"/>
          </a:solidFill>
          <a:ln w="9525">
            <a:solidFill>
              <a:srgbClr val="F59E0B"/>
            </a:solidFill>
            <a:prstDash val="solid"/>
          </a:ln>
        </p:spPr>
        <p:style>
          <a:lnRef idx="0">
            <a:scrgbClr r="0" g="0" b="0"/>
          </a:lnRef>
          <a:fillRef idx="0">
            <a:scrgbClr r="0" g="0" b="0"/>
          </a:fillRef>
          <a:effectRef idx="4">
            <a:scrgbClr r="0" g="0" b="0"/>
          </a:effectRef>
          <a:fontRef idx="major"/>
        </p:style>
        <p:txBody>
          <a:bodyPr/>
          <a:lstStyle/>
          <a:p>
            <a:endParaRPr lang="zh-CN" altLang="en-US"/>
          </a:p>
        </p:txBody>
      </p:sp>
      <p:sp>
        <p:nvSpPr>
          <p:cNvPr id="23" name="矩形 22">
            <a:extLst>
              <a:ext uri="{FF2B5EF4-FFF2-40B4-BE49-F238E27FC236}">
                <a16:creationId xmlns:a16="http://schemas.microsoft.com/office/drawing/2014/main" id="{C53BE9F5-9A35-4E6D-A7EA-0DAFB67F8684}"/>
              </a:ext>
            </a:extLst>
          </p:cNvPr>
          <p:cNvSpPr>
            <a:spLocks noGrp="1"/>
          </p:cNvSpPr>
          <p:nvPr/>
        </p:nvSpPr>
        <p:spPr>
          <a:xfrm>
            <a:off x="9258300" y="4133850"/>
            <a:ext cx="1695450" cy="247650"/>
          </a:xfrm>
          <a:prstGeom prst="rect">
            <a:avLst/>
          </a:prstGeom>
          <a:noFill/>
          <a:ln w="0">
            <a:noFill/>
            <a:prstDash val="solid"/>
          </a:ln>
        </p:spPr>
        <p:txBody>
          <a:bodyPr lIns="19050" tIns="19050" rIns="19050" bIns="19050" anchor="t">
            <a:normAutofit fontScale="87719"/>
          </a:bodyPr>
          <a:lstStyle/>
          <a:p>
            <a:pPr algn="l">
              <a:lnSpc>
                <a:spcPct val="110000"/>
              </a:lnSpc>
              <a:buNone/>
              <a:defRPr sz="1425" b="1">
                <a:solidFill>
                  <a:srgbClr val="F59E0B"/>
                </a:solidFill>
                <a:latin typeface="PingFang SC"/>
                <a:ea typeface="PingFang SC"/>
                <a:cs typeface="PingFang SC"/>
              </a:defRPr>
            </a:pPr>
            <a:r>
              <a:rPr sz="1425" b="1">
                <a:solidFill>
                  <a:srgbClr val="F59E0B"/>
                </a:solidFill>
                <a:latin typeface="PingFang SC"/>
                <a:ea typeface="PingFang SC"/>
                <a:cs typeface="PingFang SC"/>
              </a:rPr>
              <a:t>Teacher action</a:t>
            </a:r>
          </a:p>
        </p:txBody>
      </p:sp>
      <p:sp>
        <p:nvSpPr>
          <p:cNvPr id="24" name="矩形 23">
            <a:extLst>
              <a:ext uri="{FF2B5EF4-FFF2-40B4-BE49-F238E27FC236}">
                <a16:creationId xmlns:a16="http://schemas.microsoft.com/office/drawing/2014/main" id="{286248AF-240D-44CE-AC7F-850433C0DEA2}"/>
              </a:ext>
            </a:extLst>
          </p:cNvPr>
          <p:cNvSpPr>
            <a:spLocks noGrp="1"/>
          </p:cNvSpPr>
          <p:nvPr/>
        </p:nvSpPr>
        <p:spPr>
          <a:xfrm>
            <a:off x="9258300" y="4457700"/>
            <a:ext cx="1695450" cy="495300"/>
          </a:xfrm>
          <a:prstGeom prst="rect">
            <a:avLst/>
          </a:prstGeom>
          <a:noFill/>
          <a:ln w="0">
            <a:noFill/>
            <a:prstDash val="solid"/>
          </a:ln>
        </p:spPr>
        <p:txBody>
          <a:bodyPr lIns="19050" tIns="19050" rIns="19050" bIns="19050" anchor="t">
            <a:normAutofit/>
          </a:bodyPr>
          <a:lstStyle/>
          <a:p>
            <a:pPr algn="l">
              <a:lnSpc>
                <a:spcPct val="114000"/>
              </a:lnSpc>
              <a:buNone/>
              <a:defRPr sz="1125" b="0">
                <a:solidFill>
                  <a:srgbClr val="172033"/>
                </a:solidFill>
                <a:latin typeface="PingFang SC"/>
                <a:ea typeface="PingFang SC"/>
                <a:cs typeface="PingFang SC"/>
              </a:defRPr>
            </a:pPr>
            <a:r>
              <a:rPr sz="1125" b="0">
                <a:solidFill>
                  <a:srgbClr val="172033"/>
                </a:solidFill>
                <a:latin typeface="PingFang SC"/>
                <a:ea typeface="PingFang SC"/>
                <a:cs typeface="PingFang SC"/>
              </a:rPr>
              <a:t>accept / edit / reject</a:t>
            </a:r>
          </a:p>
        </p:txBody>
      </p:sp>
      <p:sp>
        <p:nvSpPr>
          <p:cNvPr id="25" name="矩形 24">
            <a:extLst>
              <a:ext uri="{FF2B5EF4-FFF2-40B4-BE49-F238E27FC236}">
                <a16:creationId xmlns:a16="http://schemas.microsoft.com/office/drawing/2014/main" id="{7E44D50F-0F9D-4219-81B5-D0C099B81101}"/>
              </a:ext>
            </a:extLst>
          </p:cNvPr>
          <p:cNvSpPr>
            <a:spLocks noGrp="1"/>
          </p:cNvSpPr>
          <p:nvPr/>
        </p:nvSpPr>
        <p:spPr>
          <a:xfrm>
            <a:off x="609600" y="6553200"/>
            <a:ext cx="4000500" cy="171450"/>
          </a:xfrm>
          <a:prstGeom prst="rect">
            <a:avLst/>
          </a:prstGeom>
          <a:noFill/>
          <a:ln w="0">
            <a:noFill/>
            <a:prstDash val="solid"/>
          </a:ln>
        </p:spPr>
        <p:txBody>
          <a:bodyPr lIns="19050" tIns="19050" rIns="19050" bIns="19050" anchor="t">
            <a:normAutofit/>
          </a:bodyPr>
          <a:lstStyle/>
          <a:p>
            <a:pPr algn="l">
              <a:lnSpc>
                <a:spcPct val="110000"/>
              </a:lnSpc>
              <a:buNone/>
              <a:defRPr sz="750" b="0">
                <a:solidFill>
                  <a:srgbClr val="8792A3"/>
                </a:solidFill>
                <a:latin typeface="PingFang SC"/>
                <a:ea typeface="PingFang SC"/>
                <a:cs typeface="PingFang SC"/>
              </a:defRPr>
            </a:pPr>
            <a:r>
              <a:rPr sz="750" b="0">
                <a:solidFill>
                  <a:srgbClr val="8792A3"/>
                </a:solidFill>
                <a:latin typeface="PingFang SC"/>
                <a:ea typeface="PingFang SC"/>
                <a:cs typeface="PingFang SC"/>
              </a:rPr>
              <a:t>ConsensusScope workflow explanation | 8/12</a:t>
            </a:r>
          </a:p>
        </p:txBody>
      </p:sp>
    </p:spTree>
    <p:extLst>
      <p:ext uri="{BB962C8B-B14F-4D97-AF65-F5344CB8AC3E}">
        <p14:creationId xmlns:p14="http://schemas.microsoft.com/office/powerpoint/2010/main" val="1547652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9" name="矩形 18">
            <a:extLst>
              <a:ext uri="{FF2B5EF4-FFF2-40B4-BE49-F238E27FC236}">
                <a16:creationId xmlns:a16="http://schemas.microsoft.com/office/drawing/2014/main" id="{C3713DC6-7BCA-490B-AD0A-6D4741FEBCD5}"/>
              </a:ext>
            </a:extLst>
          </p:cNvPr>
          <p:cNvSpPr>
            <a:spLocks noGrp="1"/>
          </p:cNvSpPr>
          <p:nvPr/>
        </p:nvSpPr>
        <p:spPr>
          <a:xfrm>
            <a:off x="609600" y="400050"/>
            <a:ext cx="4953000" cy="266700"/>
          </a:xfrm>
          <a:prstGeom prst="rect">
            <a:avLst/>
          </a:prstGeom>
          <a:noFill/>
          <a:ln w="0">
            <a:noFill/>
            <a:prstDash val="solid"/>
          </a:ln>
        </p:spPr>
        <p:txBody>
          <a:bodyPr lIns="19050" tIns="19050" rIns="19050" bIns="19050" anchor="t">
            <a:normAutofit/>
          </a:bodyPr>
          <a:lstStyle/>
          <a:p>
            <a:pPr algn="l">
              <a:lnSpc>
                <a:spcPct val="110000"/>
              </a:lnSpc>
              <a:buNone/>
              <a:defRPr sz="975" b="1">
                <a:solidFill>
                  <a:srgbClr val="2563EB"/>
                </a:solidFill>
                <a:latin typeface="PingFang SC"/>
                <a:ea typeface="PingFang SC"/>
                <a:cs typeface="PingFang SC"/>
              </a:defRPr>
            </a:pPr>
            <a:r>
              <a:rPr sz="975" b="1">
                <a:solidFill>
                  <a:srgbClr val="2563EB"/>
                </a:solidFill>
                <a:latin typeface="PingFang SC"/>
                <a:ea typeface="PingFang SC"/>
                <a:cs typeface="PingFang SC"/>
              </a:rPr>
              <a:t>Example C</a:t>
            </a:r>
          </a:p>
        </p:txBody>
      </p:sp>
      <p:sp>
        <p:nvSpPr>
          <p:cNvPr id="2" name="矩形 1">
            <a:extLst>
              <a:ext uri="{FF2B5EF4-FFF2-40B4-BE49-F238E27FC236}">
                <a16:creationId xmlns:a16="http://schemas.microsoft.com/office/drawing/2014/main" id="{4811BE92-F328-4F2F-B189-8313412B2BF9}"/>
              </a:ext>
            </a:extLst>
          </p:cNvPr>
          <p:cNvSpPr>
            <a:spLocks noGrp="1"/>
          </p:cNvSpPr>
          <p:nvPr/>
        </p:nvSpPr>
        <p:spPr>
          <a:xfrm>
            <a:off x="609600" y="723900"/>
            <a:ext cx="8763000" cy="590550"/>
          </a:xfrm>
          <a:prstGeom prst="rect">
            <a:avLst/>
          </a:prstGeom>
          <a:noFill/>
          <a:ln w="0">
            <a:noFill/>
            <a:prstDash val="solid"/>
          </a:ln>
        </p:spPr>
        <p:txBody>
          <a:bodyPr lIns="19050" tIns="19050" rIns="19050" bIns="19050" anchor="t">
            <a:normAutofit/>
          </a:bodyPr>
          <a:lstStyle/>
          <a:p>
            <a:pPr algn="l">
              <a:lnSpc>
                <a:spcPct val="102000"/>
              </a:lnSpc>
              <a:buNone/>
              <a:defRPr sz="2550" b="1">
                <a:solidFill>
                  <a:srgbClr val="172033"/>
                </a:solidFill>
                <a:latin typeface="PingFang SC"/>
                <a:ea typeface="PingFang SC"/>
                <a:cs typeface="PingFang SC"/>
              </a:defRPr>
            </a:pPr>
            <a:r>
              <a:rPr sz="2550" b="1">
                <a:solidFill>
                  <a:srgbClr val="172033"/>
                </a:solidFill>
                <a:latin typeface="PingFang SC"/>
                <a:ea typeface="PingFang SC"/>
                <a:cs typeface="PingFang SC"/>
              </a:rPr>
              <a:t>无证据或过度干预：进入教师队列</a:t>
            </a:r>
          </a:p>
        </p:txBody>
      </p:sp>
      <p:sp>
        <p:nvSpPr>
          <p:cNvPr id="3" name="矩形 2">
            <a:extLst>
              <a:ext uri="{FF2B5EF4-FFF2-40B4-BE49-F238E27FC236}">
                <a16:creationId xmlns:a16="http://schemas.microsoft.com/office/drawing/2014/main" id="{9CBD0E0E-1AC4-44CD-8D91-80B1E611777C}"/>
              </a:ext>
            </a:extLst>
          </p:cNvPr>
          <p:cNvSpPr>
            <a:spLocks noGrp="1"/>
          </p:cNvSpPr>
          <p:nvPr/>
        </p:nvSpPr>
        <p:spPr>
          <a:xfrm>
            <a:off x="609600" y="1352550"/>
            <a:ext cx="8953500" cy="400050"/>
          </a:xfrm>
          <a:prstGeom prst="rect">
            <a:avLst/>
          </a:prstGeom>
          <a:noFill/>
          <a:ln w="0">
            <a:noFill/>
            <a:prstDash val="solid"/>
          </a:ln>
        </p:spPr>
        <p:txBody>
          <a:bodyPr lIns="19050" tIns="19050" rIns="19050" bIns="19050" anchor="t">
            <a:normAutofit/>
          </a:bodyPr>
          <a:lstStyle/>
          <a:p>
            <a:pPr algn="l">
              <a:lnSpc>
                <a:spcPct val="118000"/>
              </a:lnSpc>
              <a:buNone/>
              <a:defRPr sz="1350" b="0">
                <a:solidFill>
                  <a:srgbClr val="5B667A"/>
                </a:solidFill>
                <a:latin typeface="PingFang SC"/>
                <a:ea typeface="PingFang SC"/>
                <a:cs typeface="PingFang SC"/>
              </a:defRPr>
            </a:pPr>
            <a:r>
              <a:rPr sz="1350" b="0">
                <a:solidFill>
                  <a:srgbClr val="5B667A"/>
                </a:solidFill>
                <a:latin typeface="PingFang SC"/>
                <a:ea typeface="PingFang SC"/>
                <a:cs typeface="PingFang SC"/>
              </a:rPr>
              <a:t>系统不仅看语言是否流畅，还看建议是否有证据、是否合适给学生看。</a:t>
            </a:r>
          </a:p>
        </p:txBody>
      </p:sp>
      <p:sp>
        <p:nvSpPr>
          <p:cNvPr id="4" name="圆角矩形 3">
            <a:extLst>
              <a:ext uri="{FF2B5EF4-FFF2-40B4-BE49-F238E27FC236}">
                <a16:creationId xmlns:a16="http://schemas.microsoft.com/office/drawing/2014/main" id="{E2F0349C-43A5-4108-AD5A-153FA13FBB66}"/>
              </a:ext>
            </a:extLst>
          </p:cNvPr>
          <p:cNvSpPr>
            <a:spLocks noGrp="1"/>
          </p:cNvSpPr>
          <p:nvPr/>
        </p:nvSpPr>
        <p:spPr>
          <a:xfrm>
            <a:off x="723900" y="2133600"/>
            <a:ext cx="3238500" cy="1809750"/>
          </a:xfrm>
          <a:prstGeom prst="roundRect">
            <a:avLst>
              <a:gd name="adj" fmla="val 6316"/>
            </a:avLst>
          </a:prstGeom>
          <a:solidFill>
            <a:srgbClr val="FFFFFF"/>
          </a:solidFill>
          <a:ln w="9525">
            <a:solidFill>
              <a:srgbClr val="D8DEE9"/>
            </a:solidFill>
            <a:prstDash val="solid"/>
          </a:ln>
        </p:spPr>
        <p:style>
          <a:lnRef idx="0">
            <a:scrgbClr r="0" g="0" b="0"/>
          </a:lnRef>
          <a:fillRef idx="0">
            <a:scrgbClr r="0" g="0" b="0"/>
          </a:fillRef>
          <a:effectRef idx="4">
            <a:scrgbClr r="0" g="0" b="0"/>
          </a:effectRef>
          <a:fontRef idx="major"/>
        </p:style>
        <p:txBody>
          <a:bodyPr/>
          <a:lstStyle/>
          <a:p>
            <a:endParaRPr lang="zh-CN" altLang="en-US"/>
          </a:p>
        </p:txBody>
      </p:sp>
      <p:sp>
        <p:nvSpPr>
          <p:cNvPr id="5" name="矩形 4">
            <a:extLst>
              <a:ext uri="{FF2B5EF4-FFF2-40B4-BE49-F238E27FC236}">
                <a16:creationId xmlns:a16="http://schemas.microsoft.com/office/drawing/2014/main" id="{6312FCF2-4975-4DD3-AC41-263269B711E2}"/>
              </a:ext>
            </a:extLst>
          </p:cNvPr>
          <p:cNvSpPr>
            <a:spLocks noGrp="1"/>
          </p:cNvSpPr>
          <p:nvPr/>
        </p:nvSpPr>
        <p:spPr>
          <a:xfrm>
            <a:off x="723900" y="2133600"/>
            <a:ext cx="66675" cy="1809750"/>
          </a:xfrm>
          <a:prstGeom prst="rect">
            <a:avLst/>
          </a:prstGeom>
          <a:solidFill>
            <a:srgbClr val="DC2626"/>
          </a:solidFill>
          <a:ln w="0">
            <a:solidFill>
              <a:srgbClr val="DC2626"/>
            </a:solidFill>
            <a:prstDash val="solid"/>
          </a:ln>
        </p:spPr>
        <p:txBody>
          <a:bodyPr/>
          <a:lstStyle/>
          <a:p>
            <a:endParaRPr lang="zh-CN" altLang="en-US"/>
          </a:p>
        </p:txBody>
      </p:sp>
      <p:sp>
        <p:nvSpPr>
          <p:cNvPr id="6" name="矩形 5">
            <a:extLst>
              <a:ext uri="{FF2B5EF4-FFF2-40B4-BE49-F238E27FC236}">
                <a16:creationId xmlns:a16="http://schemas.microsoft.com/office/drawing/2014/main" id="{1A08D8DA-8708-44D9-84FD-FD7DE8BB0E12}"/>
              </a:ext>
            </a:extLst>
          </p:cNvPr>
          <p:cNvSpPr>
            <a:spLocks noGrp="1"/>
          </p:cNvSpPr>
          <p:nvPr/>
        </p:nvSpPr>
        <p:spPr>
          <a:xfrm>
            <a:off x="914400" y="2305050"/>
            <a:ext cx="2895600" cy="266700"/>
          </a:xfrm>
          <a:prstGeom prst="rect">
            <a:avLst/>
          </a:prstGeom>
          <a:noFill/>
          <a:ln w="0">
            <a:noFill/>
            <a:prstDash val="solid"/>
          </a:ln>
        </p:spPr>
        <p:txBody>
          <a:bodyPr lIns="19050" tIns="19050" rIns="19050" bIns="19050" anchor="t">
            <a:normAutofit/>
          </a:bodyPr>
          <a:lstStyle/>
          <a:p>
            <a:pPr algn="l">
              <a:lnSpc>
                <a:spcPct val="110000"/>
              </a:lnSpc>
              <a:buNone/>
              <a:defRPr sz="1350" b="1">
                <a:solidFill>
                  <a:srgbClr val="DC2626"/>
                </a:solidFill>
                <a:latin typeface="PingFang SC"/>
                <a:ea typeface="PingFang SC"/>
                <a:cs typeface="PingFang SC"/>
              </a:defRPr>
            </a:pPr>
            <a:r>
              <a:rPr sz="1350" b="1">
                <a:solidFill>
                  <a:srgbClr val="DC2626"/>
                </a:solidFill>
                <a:latin typeface="PingFang SC"/>
                <a:ea typeface="PingFang SC"/>
                <a:cs typeface="PingFang SC"/>
              </a:rPr>
              <a:t>无证据外加事实</a:t>
            </a:r>
          </a:p>
        </p:txBody>
      </p:sp>
      <p:sp>
        <p:nvSpPr>
          <p:cNvPr id="7" name="矩形 6">
            <a:extLst>
              <a:ext uri="{FF2B5EF4-FFF2-40B4-BE49-F238E27FC236}">
                <a16:creationId xmlns:a16="http://schemas.microsoft.com/office/drawing/2014/main" id="{8114C540-F6CE-4F32-A3A8-3E5F7F74957B}"/>
              </a:ext>
            </a:extLst>
          </p:cNvPr>
          <p:cNvSpPr>
            <a:spLocks noGrp="1"/>
          </p:cNvSpPr>
          <p:nvPr/>
        </p:nvSpPr>
        <p:spPr>
          <a:xfrm>
            <a:off x="914400" y="2647950"/>
            <a:ext cx="2895600" cy="1162050"/>
          </a:xfrm>
          <a:prstGeom prst="rect">
            <a:avLst/>
          </a:prstGeom>
          <a:noFill/>
          <a:ln w="0">
            <a:noFill/>
            <a:prstDash val="solid"/>
          </a:ln>
        </p:spPr>
        <p:txBody>
          <a:bodyPr lIns="19050" tIns="19050" rIns="19050" bIns="19050" anchor="t">
            <a:normAutofit/>
          </a:bodyPr>
          <a:lstStyle/>
          <a:p>
            <a:pPr algn="l">
              <a:lnSpc>
                <a:spcPct val="118000"/>
              </a:lnSpc>
              <a:buNone/>
              <a:defRPr sz="1275" b="0">
                <a:solidFill>
                  <a:srgbClr val="172033"/>
                </a:solidFill>
                <a:latin typeface="PingFang SC"/>
                <a:ea typeface="PingFang SC"/>
                <a:cs typeface="PingFang SC"/>
              </a:defRPr>
            </a:pPr>
            <a:r>
              <a:rPr sz="1275" b="0">
                <a:solidFill>
                  <a:srgbClr val="172033"/>
                </a:solidFill>
                <a:latin typeface="PingFang SC"/>
                <a:ea typeface="PingFang SC"/>
                <a:cs typeface="PingFang SC"/>
              </a:rPr>
              <a:t>AI 建议：Add “studies show AI improves exam scores by 40%.”</a:t>
            </a:r>
          </a:p>
          <a:p>
            <a:pPr algn="l">
              <a:lnSpc>
                <a:spcPct val="118000"/>
              </a:lnSpc>
              <a:buNone/>
              <a:defRPr sz="1275" b="0">
                <a:solidFill>
                  <a:srgbClr val="172033"/>
                </a:solidFill>
                <a:latin typeface="PingFang SC"/>
                <a:ea typeface="PingFang SC"/>
                <a:cs typeface="PingFang SC"/>
              </a:defRPr>
            </a:pPr>
            <a:r>
              <a:rPr sz="1275" b="0">
                <a:solidFill>
                  <a:srgbClr val="172033"/>
                </a:solidFill>
                <a:latin typeface="PingFang SC"/>
                <a:ea typeface="PingFang SC"/>
                <a:cs typeface="PingFang SC"/>
              </a:rPr>
              <a:t>风险：作文没有提供这个证据。</a:t>
            </a:r>
          </a:p>
        </p:txBody>
      </p:sp>
      <p:sp>
        <p:nvSpPr>
          <p:cNvPr id="8" name="圆角矩形 7">
            <a:extLst>
              <a:ext uri="{FF2B5EF4-FFF2-40B4-BE49-F238E27FC236}">
                <a16:creationId xmlns:a16="http://schemas.microsoft.com/office/drawing/2014/main" id="{55612AD7-AB89-4B44-BE1C-9B45E7E54F40}"/>
              </a:ext>
            </a:extLst>
          </p:cNvPr>
          <p:cNvSpPr>
            <a:spLocks noGrp="1"/>
          </p:cNvSpPr>
          <p:nvPr/>
        </p:nvSpPr>
        <p:spPr>
          <a:xfrm>
            <a:off x="4457700" y="2133600"/>
            <a:ext cx="3238500" cy="1809750"/>
          </a:xfrm>
          <a:prstGeom prst="roundRect">
            <a:avLst>
              <a:gd name="adj" fmla="val 6316"/>
            </a:avLst>
          </a:prstGeom>
          <a:solidFill>
            <a:srgbClr val="FFFFFF"/>
          </a:solidFill>
          <a:ln w="9525">
            <a:solidFill>
              <a:srgbClr val="D8DEE9"/>
            </a:solidFill>
            <a:prstDash val="solid"/>
          </a:ln>
        </p:spPr>
        <p:style>
          <a:lnRef idx="0">
            <a:scrgbClr r="0" g="0" b="0"/>
          </a:lnRef>
          <a:fillRef idx="0">
            <a:scrgbClr r="0" g="0" b="0"/>
          </a:fillRef>
          <a:effectRef idx="4">
            <a:scrgbClr r="0" g="0" b="0"/>
          </a:effectRef>
          <a:fontRef idx="major"/>
        </p:style>
        <p:txBody>
          <a:bodyPr/>
          <a:lstStyle/>
          <a:p>
            <a:endParaRPr lang="zh-CN" altLang="en-US"/>
          </a:p>
        </p:txBody>
      </p:sp>
      <p:sp>
        <p:nvSpPr>
          <p:cNvPr id="9" name="矩形 8">
            <a:extLst>
              <a:ext uri="{FF2B5EF4-FFF2-40B4-BE49-F238E27FC236}">
                <a16:creationId xmlns:a16="http://schemas.microsoft.com/office/drawing/2014/main" id="{B655AC92-14CB-440A-B867-6760238E82B3}"/>
              </a:ext>
            </a:extLst>
          </p:cNvPr>
          <p:cNvSpPr>
            <a:spLocks noGrp="1"/>
          </p:cNvSpPr>
          <p:nvPr/>
        </p:nvSpPr>
        <p:spPr>
          <a:xfrm>
            <a:off x="4457700" y="2133600"/>
            <a:ext cx="66675" cy="1809750"/>
          </a:xfrm>
          <a:prstGeom prst="rect">
            <a:avLst/>
          </a:prstGeom>
          <a:solidFill>
            <a:srgbClr val="F59E0B"/>
          </a:solidFill>
          <a:ln w="0">
            <a:solidFill>
              <a:srgbClr val="F59E0B"/>
            </a:solidFill>
            <a:prstDash val="solid"/>
          </a:ln>
        </p:spPr>
        <p:txBody>
          <a:bodyPr/>
          <a:lstStyle/>
          <a:p>
            <a:endParaRPr lang="zh-CN" altLang="en-US"/>
          </a:p>
        </p:txBody>
      </p:sp>
      <p:sp>
        <p:nvSpPr>
          <p:cNvPr id="10" name="矩形 9">
            <a:extLst>
              <a:ext uri="{FF2B5EF4-FFF2-40B4-BE49-F238E27FC236}">
                <a16:creationId xmlns:a16="http://schemas.microsoft.com/office/drawing/2014/main" id="{EA1208D5-FA65-4F52-A36A-AF0052BD041F}"/>
              </a:ext>
            </a:extLst>
          </p:cNvPr>
          <p:cNvSpPr>
            <a:spLocks noGrp="1"/>
          </p:cNvSpPr>
          <p:nvPr/>
        </p:nvSpPr>
        <p:spPr>
          <a:xfrm>
            <a:off x="4648200" y="2305050"/>
            <a:ext cx="2895600" cy="266700"/>
          </a:xfrm>
          <a:prstGeom prst="rect">
            <a:avLst/>
          </a:prstGeom>
          <a:noFill/>
          <a:ln w="0">
            <a:noFill/>
            <a:prstDash val="solid"/>
          </a:ln>
        </p:spPr>
        <p:txBody>
          <a:bodyPr lIns="19050" tIns="19050" rIns="19050" bIns="19050" anchor="t">
            <a:normAutofit/>
          </a:bodyPr>
          <a:lstStyle/>
          <a:p>
            <a:pPr algn="l">
              <a:lnSpc>
                <a:spcPct val="110000"/>
              </a:lnSpc>
              <a:buNone/>
              <a:defRPr sz="1350" b="1">
                <a:solidFill>
                  <a:srgbClr val="F59E0B"/>
                </a:solidFill>
                <a:latin typeface="PingFang SC"/>
                <a:ea typeface="PingFang SC"/>
                <a:cs typeface="PingFang SC"/>
              </a:defRPr>
            </a:pPr>
            <a:r>
              <a:rPr sz="1350" b="1">
                <a:solidFill>
                  <a:srgbClr val="F59E0B"/>
                </a:solidFill>
                <a:latin typeface="PingFang SC"/>
                <a:ea typeface="PingFang SC"/>
                <a:cs typeface="PingFang SC"/>
              </a:rPr>
              <a:t>过度重写</a:t>
            </a:r>
          </a:p>
        </p:txBody>
      </p:sp>
      <p:sp>
        <p:nvSpPr>
          <p:cNvPr id="11" name="矩形 10">
            <a:extLst>
              <a:ext uri="{FF2B5EF4-FFF2-40B4-BE49-F238E27FC236}">
                <a16:creationId xmlns:a16="http://schemas.microsoft.com/office/drawing/2014/main" id="{FF1480A8-9DDE-43E2-8FE5-B5D4E40140E5}"/>
              </a:ext>
            </a:extLst>
          </p:cNvPr>
          <p:cNvSpPr>
            <a:spLocks noGrp="1"/>
          </p:cNvSpPr>
          <p:nvPr/>
        </p:nvSpPr>
        <p:spPr>
          <a:xfrm>
            <a:off x="4648200" y="2647950"/>
            <a:ext cx="2895600" cy="1162050"/>
          </a:xfrm>
          <a:prstGeom prst="rect">
            <a:avLst/>
          </a:prstGeom>
          <a:noFill/>
          <a:ln w="0">
            <a:noFill/>
            <a:prstDash val="solid"/>
          </a:ln>
        </p:spPr>
        <p:txBody>
          <a:bodyPr lIns="19050" tIns="19050" rIns="19050" bIns="19050" anchor="t">
            <a:normAutofit/>
          </a:bodyPr>
          <a:lstStyle/>
          <a:p>
            <a:pPr algn="l">
              <a:lnSpc>
                <a:spcPct val="118000"/>
              </a:lnSpc>
              <a:buNone/>
              <a:defRPr sz="1275" b="0">
                <a:solidFill>
                  <a:srgbClr val="172033"/>
                </a:solidFill>
                <a:latin typeface="PingFang SC"/>
                <a:ea typeface="PingFang SC"/>
                <a:cs typeface="PingFang SC"/>
              </a:defRPr>
            </a:pPr>
            <a:r>
              <a:rPr sz="1275" b="0">
                <a:solidFill>
                  <a:srgbClr val="172033"/>
                </a:solidFill>
                <a:latin typeface="PingFang SC"/>
                <a:ea typeface="PingFang SC"/>
                <a:cs typeface="PingFang SC"/>
              </a:rPr>
              <a:t>AI 建议：Rewrite the whole paragraph in a stronger academic style.</a:t>
            </a:r>
          </a:p>
          <a:p>
            <a:pPr algn="l">
              <a:lnSpc>
                <a:spcPct val="118000"/>
              </a:lnSpc>
              <a:buNone/>
              <a:defRPr sz="1275" b="0">
                <a:solidFill>
                  <a:srgbClr val="172033"/>
                </a:solidFill>
                <a:latin typeface="PingFang SC"/>
                <a:ea typeface="PingFang SC"/>
                <a:cs typeface="PingFang SC"/>
              </a:defRPr>
            </a:pPr>
            <a:r>
              <a:rPr sz="1275" b="0">
                <a:solidFill>
                  <a:srgbClr val="172033"/>
                </a:solidFill>
                <a:latin typeface="PingFang SC"/>
                <a:ea typeface="PingFang SC"/>
                <a:cs typeface="PingFang SC"/>
              </a:rPr>
              <a:t>风险：不再是学生自己的表达。</a:t>
            </a:r>
          </a:p>
        </p:txBody>
      </p:sp>
      <p:sp>
        <p:nvSpPr>
          <p:cNvPr id="12" name="圆角矩形 11">
            <a:extLst>
              <a:ext uri="{FF2B5EF4-FFF2-40B4-BE49-F238E27FC236}">
                <a16:creationId xmlns:a16="http://schemas.microsoft.com/office/drawing/2014/main" id="{3F5C74C8-1D5C-4239-A504-9A554779664E}"/>
              </a:ext>
            </a:extLst>
          </p:cNvPr>
          <p:cNvSpPr>
            <a:spLocks noGrp="1"/>
          </p:cNvSpPr>
          <p:nvPr/>
        </p:nvSpPr>
        <p:spPr>
          <a:xfrm>
            <a:off x="8191500" y="2133600"/>
            <a:ext cx="3238500" cy="1809750"/>
          </a:xfrm>
          <a:prstGeom prst="roundRect">
            <a:avLst>
              <a:gd name="adj" fmla="val 6316"/>
            </a:avLst>
          </a:prstGeom>
          <a:solidFill>
            <a:srgbClr val="FFFFFF"/>
          </a:solidFill>
          <a:ln w="9525">
            <a:solidFill>
              <a:srgbClr val="D8DEE9"/>
            </a:solidFill>
            <a:prstDash val="solid"/>
          </a:ln>
        </p:spPr>
        <p:style>
          <a:lnRef idx="0">
            <a:scrgbClr r="0" g="0" b="0"/>
          </a:lnRef>
          <a:fillRef idx="0">
            <a:scrgbClr r="0" g="0" b="0"/>
          </a:fillRef>
          <a:effectRef idx="4">
            <a:scrgbClr r="0" g="0" b="0"/>
          </a:effectRef>
          <a:fontRef idx="major"/>
        </p:style>
        <p:txBody>
          <a:bodyPr/>
          <a:lstStyle/>
          <a:p>
            <a:endParaRPr lang="zh-CN" altLang="en-US"/>
          </a:p>
        </p:txBody>
      </p:sp>
      <p:sp>
        <p:nvSpPr>
          <p:cNvPr id="13" name="矩形 12">
            <a:extLst>
              <a:ext uri="{FF2B5EF4-FFF2-40B4-BE49-F238E27FC236}">
                <a16:creationId xmlns:a16="http://schemas.microsoft.com/office/drawing/2014/main" id="{696C180B-CF7A-4B19-A1F3-F7E69E66726E}"/>
              </a:ext>
            </a:extLst>
          </p:cNvPr>
          <p:cNvSpPr>
            <a:spLocks noGrp="1"/>
          </p:cNvSpPr>
          <p:nvPr/>
        </p:nvSpPr>
        <p:spPr>
          <a:xfrm>
            <a:off x="8191500" y="2133600"/>
            <a:ext cx="66675" cy="1809750"/>
          </a:xfrm>
          <a:prstGeom prst="rect">
            <a:avLst/>
          </a:prstGeom>
          <a:solidFill>
            <a:srgbClr val="0F766E"/>
          </a:solidFill>
          <a:ln w="0">
            <a:solidFill>
              <a:srgbClr val="0F766E"/>
            </a:solidFill>
            <a:prstDash val="solid"/>
          </a:ln>
        </p:spPr>
        <p:txBody>
          <a:bodyPr/>
          <a:lstStyle/>
          <a:p>
            <a:endParaRPr lang="zh-CN" altLang="en-US"/>
          </a:p>
        </p:txBody>
      </p:sp>
      <p:sp>
        <p:nvSpPr>
          <p:cNvPr id="14" name="矩形 13">
            <a:extLst>
              <a:ext uri="{FF2B5EF4-FFF2-40B4-BE49-F238E27FC236}">
                <a16:creationId xmlns:a16="http://schemas.microsoft.com/office/drawing/2014/main" id="{31650CA8-292C-4FF6-925C-F2DC407C2FBD}"/>
              </a:ext>
            </a:extLst>
          </p:cNvPr>
          <p:cNvSpPr>
            <a:spLocks noGrp="1"/>
          </p:cNvSpPr>
          <p:nvPr/>
        </p:nvSpPr>
        <p:spPr>
          <a:xfrm>
            <a:off x="8382000" y="2305050"/>
            <a:ext cx="2895600" cy="266700"/>
          </a:xfrm>
          <a:prstGeom prst="rect">
            <a:avLst/>
          </a:prstGeom>
          <a:noFill/>
          <a:ln w="0">
            <a:noFill/>
            <a:prstDash val="solid"/>
          </a:ln>
        </p:spPr>
        <p:txBody>
          <a:bodyPr lIns="19050" tIns="19050" rIns="19050" bIns="19050" anchor="t">
            <a:normAutofit/>
          </a:bodyPr>
          <a:lstStyle/>
          <a:p>
            <a:pPr algn="l">
              <a:lnSpc>
                <a:spcPct val="110000"/>
              </a:lnSpc>
              <a:buNone/>
              <a:defRPr sz="1350" b="1">
                <a:solidFill>
                  <a:srgbClr val="0F766E"/>
                </a:solidFill>
                <a:latin typeface="PingFang SC"/>
                <a:ea typeface="PingFang SC"/>
                <a:cs typeface="PingFang SC"/>
              </a:defRPr>
            </a:pPr>
            <a:r>
              <a:rPr sz="1350" b="1">
                <a:solidFill>
                  <a:srgbClr val="0F766E"/>
                </a:solidFill>
                <a:latin typeface="PingFang SC"/>
                <a:ea typeface="PingFang SC"/>
                <a:cs typeface="PingFang SC"/>
              </a:rPr>
              <a:t>教师依赖表达</a:t>
            </a:r>
          </a:p>
        </p:txBody>
      </p:sp>
      <p:sp>
        <p:nvSpPr>
          <p:cNvPr id="15" name="矩形 14">
            <a:extLst>
              <a:ext uri="{FF2B5EF4-FFF2-40B4-BE49-F238E27FC236}">
                <a16:creationId xmlns:a16="http://schemas.microsoft.com/office/drawing/2014/main" id="{B8FF8336-8E57-44F3-B5A1-5C5ED073DB43}"/>
              </a:ext>
            </a:extLst>
          </p:cNvPr>
          <p:cNvSpPr>
            <a:spLocks noGrp="1"/>
          </p:cNvSpPr>
          <p:nvPr/>
        </p:nvSpPr>
        <p:spPr>
          <a:xfrm>
            <a:off x="8382000" y="2647950"/>
            <a:ext cx="2895600" cy="1162050"/>
          </a:xfrm>
          <a:prstGeom prst="rect">
            <a:avLst/>
          </a:prstGeom>
          <a:noFill/>
          <a:ln w="0">
            <a:noFill/>
            <a:prstDash val="solid"/>
          </a:ln>
        </p:spPr>
        <p:txBody>
          <a:bodyPr lIns="19050" tIns="19050" rIns="19050" bIns="19050" anchor="t">
            <a:normAutofit/>
          </a:bodyPr>
          <a:lstStyle/>
          <a:p>
            <a:pPr algn="l">
              <a:lnSpc>
                <a:spcPct val="118000"/>
              </a:lnSpc>
              <a:buNone/>
              <a:defRPr sz="1275" b="0">
                <a:solidFill>
                  <a:srgbClr val="172033"/>
                </a:solidFill>
                <a:latin typeface="PingFang SC"/>
                <a:ea typeface="PingFang SC"/>
                <a:cs typeface="PingFang SC"/>
              </a:defRPr>
            </a:pPr>
            <a:r>
              <a:rPr sz="1275" b="0">
                <a:solidFill>
                  <a:srgbClr val="172033"/>
                </a:solidFill>
                <a:latin typeface="PingFang SC"/>
                <a:ea typeface="PingFang SC"/>
                <a:cs typeface="PingFang SC"/>
              </a:rPr>
              <a:t>AI 建议：Use this punctuation if the teacher wants.</a:t>
            </a:r>
          </a:p>
          <a:p>
            <a:pPr algn="l">
              <a:lnSpc>
                <a:spcPct val="118000"/>
              </a:lnSpc>
              <a:buNone/>
              <a:defRPr sz="1275" b="0">
                <a:solidFill>
                  <a:srgbClr val="172033"/>
                </a:solidFill>
                <a:latin typeface="PingFang SC"/>
                <a:ea typeface="PingFang SC"/>
                <a:cs typeface="PingFang SC"/>
              </a:defRPr>
            </a:pPr>
            <a:r>
              <a:rPr sz="1275" b="0">
                <a:solidFill>
                  <a:srgbClr val="172033"/>
                </a:solidFill>
                <a:latin typeface="PingFang SC"/>
                <a:ea typeface="PingFang SC"/>
                <a:cs typeface="PingFang SC"/>
              </a:rPr>
              <a:t>风险：反馈不具体，学生无法独立使用。</a:t>
            </a:r>
          </a:p>
        </p:txBody>
      </p:sp>
      <p:sp>
        <p:nvSpPr>
          <p:cNvPr id="16" name="圆角矩形 15">
            <a:extLst>
              <a:ext uri="{FF2B5EF4-FFF2-40B4-BE49-F238E27FC236}">
                <a16:creationId xmlns:a16="http://schemas.microsoft.com/office/drawing/2014/main" id="{C41032CF-A85E-43B4-BAAE-22F2C450234A}"/>
              </a:ext>
            </a:extLst>
          </p:cNvPr>
          <p:cNvSpPr>
            <a:spLocks noGrp="1"/>
          </p:cNvSpPr>
          <p:nvPr/>
        </p:nvSpPr>
        <p:spPr>
          <a:xfrm>
            <a:off x="1695450" y="4648200"/>
            <a:ext cx="8572500" cy="704850"/>
          </a:xfrm>
          <a:prstGeom prst="roundRect">
            <a:avLst>
              <a:gd name="adj" fmla="val 16216"/>
            </a:avLst>
          </a:prstGeom>
          <a:solidFill>
            <a:srgbClr val="DBEAFE"/>
          </a:solidFill>
          <a:ln w="0">
            <a:noFill/>
            <a:prstDash val="solid"/>
          </a:ln>
        </p:spPr>
        <p:txBody>
          <a:bodyPr/>
          <a:lstStyle/>
          <a:p>
            <a:endParaRPr lang="zh-CN" altLang="en-US"/>
          </a:p>
        </p:txBody>
      </p:sp>
      <p:sp>
        <p:nvSpPr>
          <p:cNvPr id="17" name="矩形 16">
            <a:extLst>
              <a:ext uri="{FF2B5EF4-FFF2-40B4-BE49-F238E27FC236}">
                <a16:creationId xmlns:a16="http://schemas.microsoft.com/office/drawing/2014/main" id="{A99CC3B9-4697-41D8-87F7-DC10C53BD1DE}"/>
              </a:ext>
            </a:extLst>
          </p:cNvPr>
          <p:cNvSpPr>
            <a:spLocks noGrp="1"/>
          </p:cNvSpPr>
          <p:nvPr/>
        </p:nvSpPr>
        <p:spPr>
          <a:xfrm>
            <a:off x="2038350" y="4857750"/>
            <a:ext cx="7924800" cy="266700"/>
          </a:xfrm>
          <a:prstGeom prst="rect">
            <a:avLst/>
          </a:prstGeom>
          <a:noFill/>
          <a:ln w="0">
            <a:noFill/>
            <a:prstDash val="solid"/>
          </a:ln>
        </p:spPr>
        <p:txBody>
          <a:bodyPr lIns="19050" tIns="19050" rIns="19050" bIns="19050" anchor="t">
            <a:normAutofit fontScale="80059"/>
          </a:bodyPr>
          <a:lstStyle/>
          <a:p>
            <a:pPr algn="ctr">
              <a:lnSpc>
                <a:spcPct val="110000"/>
              </a:lnSpc>
              <a:buNone/>
              <a:defRPr sz="1575" b="1">
                <a:solidFill>
                  <a:srgbClr val="172033"/>
                </a:solidFill>
                <a:latin typeface="PingFang SC"/>
                <a:ea typeface="PingFang SC"/>
                <a:cs typeface="PingFang SC"/>
              </a:defRPr>
            </a:pPr>
            <a:r>
              <a:rPr sz="1575" b="1">
                <a:solidFill>
                  <a:srgbClr val="172033"/>
                </a:solidFill>
                <a:latin typeface="PingFang SC"/>
                <a:ea typeface="PingFang SC"/>
                <a:cs typeface="PingFang SC"/>
              </a:rPr>
              <a:t>这些不是“错别字级别”的问题，而是教育反馈安全问题：是否误导、是否越权、是否会让学生失去自己的表达。</a:t>
            </a:r>
          </a:p>
        </p:txBody>
      </p:sp>
      <p:sp>
        <p:nvSpPr>
          <p:cNvPr id="18" name="矩形 17">
            <a:extLst>
              <a:ext uri="{FF2B5EF4-FFF2-40B4-BE49-F238E27FC236}">
                <a16:creationId xmlns:a16="http://schemas.microsoft.com/office/drawing/2014/main" id="{F0C6ABB2-98BE-48D7-B712-03941BD43FF8}"/>
              </a:ext>
            </a:extLst>
          </p:cNvPr>
          <p:cNvSpPr>
            <a:spLocks noGrp="1"/>
          </p:cNvSpPr>
          <p:nvPr/>
        </p:nvSpPr>
        <p:spPr>
          <a:xfrm>
            <a:off x="609600" y="6553200"/>
            <a:ext cx="4000500" cy="171450"/>
          </a:xfrm>
          <a:prstGeom prst="rect">
            <a:avLst/>
          </a:prstGeom>
          <a:noFill/>
          <a:ln w="0">
            <a:noFill/>
            <a:prstDash val="solid"/>
          </a:ln>
        </p:spPr>
        <p:txBody>
          <a:bodyPr lIns="19050" tIns="19050" rIns="19050" bIns="19050" anchor="t">
            <a:normAutofit/>
          </a:bodyPr>
          <a:lstStyle/>
          <a:p>
            <a:pPr algn="l">
              <a:lnSpc>
                <a:spcPct val="110000"/>
              </a:lnSpc>
              <a:buNone/>
              <a:defRPr sz="750" b="0">
                <a:solidFill>
                  <a:srgbClr val="8792A3"/>
                </a:solidFill>
                <a:latin typeface="PingFang SC"/>
                <a:ea typeface="PingFang SC"/>
                <a:cs typeface="PingFang SC"/>
              </a:defRPr>
            </a:pPr>
            <a:r>
              <a:rPr sz="750" b="0">
                <a:solidFill>
                  <a:srgbClr val="8792A3"/>
                </a:solidFill>
                <a:latin typeface="PingFang SC"/>
                <a:ea typeface="PingFang SC"/>
                <a:cs typeface="PingFang SC"/>
              </a:rPr>
              <a:t>ConsensusScope workflow explanation | 9/12</a:t>
            </a:r>
          </a:p>
        </p:txBody>
      </p:sp>
    </p:spTree>
    <p:extLst>
      <p:ext uri="{BB962C8B-B14F-4D97-AF65-F5344CB8AC3E}">
        <p14:creationId xmlns:p14="http://schemas.microsoft.com/office/powerpoint/2010/main" val="18523303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14552BFA-7BC2-4612-A8FB-4EADAA9718EA}"/>
              </a:ext>
            </a:extLst>
          </p:cNvPr>
          <p:cNvSpPr>
            <a:spLocks noGrp="1"/>
          </p:cNvSpPr>
          <p:nvPr/>
        </p:nvSpPr>
        <p:spPr>
          <a:xfrm>
            <a:off x="609600" y="400050"/>
            <a:ext cx="4953000" cy="266700"/>
          </a:xfrm>
          <a:prstGeom prst="rect">
            <a:avLst/>
          </a:prstGeom>
          <a:noFill/>
          <a:ln w="0">
            <a:noFill/>
            <a:prstDash val="solid"/>
          </a:ln>
        </p:spPr>
        <p:txBody>
          <a:bodyPr lIns="19050" tIns="19050" rIns="19050" bIns="19050" anchor="t">
            <a:normAutofit/>
          </a:bodyPr>
          <a:lstStyle/>
          <a:p>
            <a:pPr algn="l">
              <a:lnSpc>
                <a:spcPct val="110000"/>
              </a:lnSpc>
              <a:buNone/>
              <a:defRPr sz="975" b="1">
                <a:solidFill>
                  <a:srgbClr val="2563EB"/>
                </a:solidFill>
                <a:latin typeface="PingFang SC"/>
                <a:ea typeface="PingFang SC"/>
                <a:cs typeface="PingFang SC"/>
              </a:defRPr>
            </a:pPr>
            <a:r>
              <a:rPr sz="975" b="1">
                <a:solidFill>
                  <a:srgbClr val="2563EB"/>
                </a:solidFill>
                <a:latin typeface="PingFang SC"/>
                <a:ea typeface="PingFang SC"/>
                <a:cs typeface="PingFang SC"/>
              </a:rPr>
              <a:t>Step 5</a:t>
            </a:r>
          </a:p>
        </p:txBody>
      </p:sp>
      <p:sp>
        <p:nvSpPr>
          <p:cNvPr id="2" name="矩形 1">
            <a:extLst>
              <a:ext uri="{FF2B5EF4-FFF2-40B4-BE49-F238E27FC236}">
                <a16:creationId xmlns:a16="http://schemas.microsoft.com/office/drawing/2014/main" id="{6F609337-B1CD-4441-A2B8-5251E1D4BD17}"/>
              </a:ext>
            </a:extLst>
          </p:cNvPr>
          <p:cNvSpPr>
            <a:spLocks noGrp="1"/>
          </p:cNvSpPr>
          <p:nvPr/>
        </p:nvSpPr>
        <p:spPr>
          <a:xfrm>
            <a:off x="609600" y="723900"/>
            <a:ext cx="8763000" cy="590550"/>
          </a:xfrm>
          <a:prstGeom prst="rect">
            <a:avLst/>
          </a:prstGeom>
          <a:noFill/>
          <a:ln w="0">
            <a:noFill/>
            <a:prstDash val="solid"/>
          </a:ln>
        </p:spPr>
        <p:txBody>
          <a:bodyPr lIns="19050" tIns="19050" rIns="19050" bIns="19050" anchor="t">
            <a:normAutofit/>
          </a:bodyPr>
          <a:lstStyle/>
          <a:p>
            <a:pPr algn="l">
              <a:lnSpc>
                <a:spcPct val="102000"/>
              </a:lnSpc>
              <a:buNone/>
              <a:defRPr sz="2550" b="1">
                <a:solidFill>
                  <a:srgbClr val="172033"/>
                </a:solidFill>
                <a:latin typeface="PingFang SC"/>
                <a:ea typeface="PingFang SC"/>
                <a:cs typeface="PingFang SC"/>
              </a:defRPr>
            </a:pPr>
            <a:r>
              <a:rPr sz="2550" b="1">
                <a:solidFill>
                  <a:srgbClr val="172033"/>
                </a:solidFill>
                <a:latin typeface="PingFang SC"/>
                <a:ea typeface="PingFang SC"/>
                <a:cs typeface="PingFang SC"/>
              </a:rPr>
              <a:t>教师队列：只复核需要人判断的反馈</a:t>
            </a:r>
          </a:p>
        </p:txBody>
      </p:sp>
      <p:sp>
        <p:nvSpPr>
          <p:cNvPr id="3" name="矩形 2">
            <a:extLst>
              <a:ext uri="{FF2B5EF4-FFF2-40B4-BE49-F238E27FC236}">
                <a16:creationId xmlns:a16="http://schemas.microsoft.com/office/drawing/2014/main" id="{145F2EB6-6CE0-45ED-ABCB-429C0C976165}"/>
              </a:ext>
            </a:extLst>
          </p:cNvPr>
          <p:cNvSpPr>
            <a:spLocks noGrp="1"/>
          </p:cNvSpPr>
          <p:nvPr/>
        </p:nvSpPr>
        <p:spPr>
          <a:xfrm>
            <a:off x="609600" y="1352550"/>
            <a:ext cx="8953500" cy="400050"/>
          </a:xfrm>
          <a:prstGeom prst="rect">
            <a:avLst/>
          </a:prstGeom>
          <a:noFill/>
          <a:ln w="0">
            <a:noFill/>
            <a:prstDash val="solid"/>
          </a:ln>
        </p:spPr>
        <p:txBody>
          <a:bodyPr lIns="19050" tIns="19050" rIns="19050" bIns="19050" anchor="t">
            <a:normAutofit/>
          </a:bodyPr>
          <a:lstStyle/>
          <a:p>
            <a:pPr algn="l">
              <a:lnSpc>
                <a:spcPct val="118000"/>
              </a:lnSpc>
              <a:buNone/>
              <a:defRPr sz="1350" b="0">
                <a:solidFill>
                  <a:srgbClr val="5B667A"/>
                </a:solidFill>
                <a:latin typeface="PingFang SC"/>
                <a:ea typeface="PingFang SC"/>
                <a:cs typeface="PingFang SC"/>
              </a:defRPr>
            </a:pPr>
            <a:r>
              <a:rPr sz="1350" b="0">
                <a:solidFill>
                  <a:srgbClr val="5B667A"/>
                </a:solidFill>
                <a:latin typeface="PingFang SC"/>
                <a:ea typeface="PingFang SC"/>
                <a:cs typeface="PingFang SC"/>
              </a:rPr>
              <a:t>算法把中高风险反馈送入教师队列，教师做最终决定。</a:t>
            </a:r>
          </a:p>
        </p:txBody>
      </p:sp>
      <p:pic>
        <p:nvPicPr>
          <p:cNvPr id="17" name="图片 16"/>
          <p:cNvPicPr>
            <a:picLocks noChangeAspect="1"/>
          </p:cNvPicPr>
          <p:nvPr/>
        </p:nvPicPr>
        <p:blipFill>
          <a:blip r:embed="rId3"/>
          <a:stretch/>
        </p:blipFill>
        <p:spPr>
          <a:xfrm>
            <a:off x="1829178" y="1943100"/>
            <a:ext cx="3542543" cy="3714750"/>
          </a:xfrm>
          <a:prstGeom prst="roundRect">
            <a:avLst>
              <a:gd name="adj" fmla="val 2051"/>
            </a:avLst>
          </a:prstGeom>
        </p:spPr>
      </p:pic>
      <p:sp>
        <p:nvSpPr>
          <p:cNvPr id="5" name="圆角矩形 4">
            <a:extLst>
              <a:ext uri="{FF2B5EF4-FFF2-40B4-BE49-F238E27FC236}">
                <a16:creationId xmlns:a16="http://schemas.microsoft.com/office/drawing/2014/main" id="{46D497E8-14FA-49C9-9F6A-41DB93ACEBE7}"/>
              </a:ext>
            </a:extLst>
          </p:cNvPr>
          <p:cNvSpPr>
            <a:spLocks noGrp="1"/>
          </p:cNvSpPr>
          <p:nvPr/>
        </p:nvSpPr>
        <p:spPr>
          <a:xfrm>
            <a:off x="7067550" y="2076450"/>
            <a:ext cx="3810000" cy="2286000"/>
          </a:xfrm>
          <a:prstGeom prst="roundRect">
            <a:avLst>
              <a:gd name="adj" fmla="val 5000"/>
            </a:avLst>
          </a:prstGeom>
          <a:solidFill>
            <a:srgbClr val="FFFFFF"/>
          </a:solidFill>
          <a:ln w="9525">
            <a:solidFill>
              <a:srgbClr val="D8DEE9"/>
            </a:solidFill>
            <a:prstDash val="solid"/>
          </a:ln>
        </p:spPr>
        <p:style>
          <a:lnRef idx="0">
            <a:scrgbClr r="0" g="0" b="0"/>
          </a:lnRef>
          <a:fillRef idx="0">
            <a:scrgbClr r="0" g="0" b="0"/>
          </a:fillRef>
          <a:effectRef idx="4">
            <a:scrgbClr r="0" g="0" b="0"/>
          </a:effectRef>
          <a:fontRef idx="major"/>
        </p:style>
        <p:txBody>
          <a:bodyPr/>
          <a:lstStyle/>
          <a:p>
            <a:endParaRPr lang="zh-CN" altLang="en-US"/>
          </a:p>
        </p:txBody>
      </p:sp>
      <p:sp>
        <p:nvSpPr>
          <p:cNvPr id="6" name="矩形 5">
            <a:extLst>
              <a:ext uri="{FF2B5EF4-FFF2-40B4-BE49-F238E27FC236}">
                <a16:creationId xmlns:a16="http://schemas.microsoft.com/office/drawing/2014/main" id="{CD02FBDB-EC7F-409D-8EFE-C739DDB07FB4}"/>
              </a:ext>
            </a:extLst>
          </p:cNvPr>
          <p:cNvSpPr>
            <a:spLocks noGrp="1"/>
          </p:cNvSpPr>
          <p:nvPr/>
        </p:nvSpPr>
        <p:spPr>
          <a:xfrm>
            <a:off x="7067550" y="2076450"/>
            <a:ext cx="66675" cy="2286000"/>
          </a:xfrm>
          <a:prstGeom prst="rect">
            <a:avLst/>
          </a:prstGeom>
          <a:solidFill>
            <a:srgbClr val="2563EB"/>
          </a:solidFill>
          <a:ln w="0">
            <a:solidFill>
              <a:srgbClr val="2563EB"/>
            </a:solidFill>
            <a:prstDash val="solid"/>
          </a:ln>
        </p:spPr>
        <p:txBody>
          <a:bodyPr/>
          <a:lstStyle/>
          <a:p>
            <a:endParaRPr lang="zh-CN" altLang="en-US"/>
          </a:p>
        </p:txBody>
      </p:sp>
      <p:sp>
        <p:nvSpPr>
          <p:cNvPr id="7" name="矩形 6">
            <a:extLst>
              <a:ext uri="{FF2B5EF4-FFF2-40B4-BE49-F238E27FC236}">
                <a16:creationId xmlns:a16="http://schemas.microsoft.com/office/drawing/2014/main" id="{8775F196-D426-4DD8-AB55-B6DD89C891E9}"/>
              </a:ext>
            </a:extLst>
          </p:cNvPr>
          <p:cNvSpPr>
            <a:spLocks noGrp="1"/>
          </p:cNvSpPr>
          <p:nvPr/>
        </p:nvSpPr>
        <p:spPr>
          <a:xfrm>
            <a:off x="7258050" y="2247900"/>
            <a:ext cx="3467100" cy="266700"/>
          </a:xfrm>
          <a:prstGeom prst="rect">
            <a:avLst/>
          </a:prstGeom>
          <a:noFill/>
          <a:ln w="0">
            <a:noFill/>
            <a:prstDash val="solid"/>
          </a:ln>
        </p:spPr>
        <p:txBody>
          <a:bodyPr lIns="19050" tIns="19050" rIns="19050" bIns="19050" anchor="t">
            <a:normAutofit/>
          </a:bodyPr>
          <a:lstStyle/>
          <a:p>
            <a:pPr algn="l">
              <a:lnSpc>
                <a:spcPct val="110000"/>
              </a:lnSpc>
              <a:buNone/>
              <a:defRPr sz="1350" b="1">
                <a:solidFill>
                  <a:srgbClr val="2563EB"/>
                </a:solidFill>
                <a:latin typeface="PingFang SC"/>
                <a:ea typeface="PingFang SC"/>
                <a:cs typeface="PingFang SC"/>
              </a:defRPr>
            </a:pPr>
            <a:r>
              <a:rPr sz="1350" b="1">
                <a:solidFill>
                  <a:srgbClr val="2563EB"/>
                </a:solidFill>
                <a:latin typeface="PingFang SC"/>
                <a:ea typeface="PingFang SC"/>
                <a:cs typeface="PingFang SC"/>
              </a:rPr>
              <a:t>教师可以做什么</a:t>
            </a:r>
          </a:p>
        </p:txBody>
      </p:sp>
      <p:sp>
        <p:nvSpPr>
          <p:cNvPr id="8" name="矩形 7">
            <a:extLst>
              <a:ext uri="{FF2B5EF4-FFF2-40B4-BE49-F238E27FC236}">
                <a16:creationId xmlns:a16="http://schemas.microsoft.com/office/drawing/2014/main" id="{052EA550-D626-4F61-B0B8-E58F53DDC03B}"/>
              </a:ext>
            </a:extLst>
          </p:cNvPr>
          <p:cNvSpPr>
            <a:spLocks noGrp="1"/>
          </p:cNvSpPr>
          <p:nvPr/>
        </p:nvSpPr>
        <p:spPr>
          <a:xfrm>
            <a:off x="7258050" y="2590800"/>
            <a:ext cx="3467100" cy="1638300"/>
          </a:xfrm>
          <a:prstGeom prst="rect">
            <a:avLst/>
          </a:prstGeom>
          <a:noFill/>
          <a:ln w="0">
            <a:noFill/>
            <a:prstDash val="solid"/>
          </a:ln>
        </p:spPr>
        <p:txBody>
          <a:bodyPr lIns="19050" tIns="19050" rIns="19050" bIns="19050" anchor="t">
            <a:normAutofit/>
          </a:bodyPr>
          <a:lstStyle/>
          <a:p>
            <a:pPr algn="l">
              <a:lnSpc>
                <a:spcPct val="118000"/>
              </a:lnSpc>
              <a:buNone/>
              <a:defRPr sz="1275" b="0">
                <a:solidFill>
                  <a:srgbClr val="172033"/>
                </a:solidFill>
                <a:latin typeface="PingFang SC"/>
                <a:ea typeface="PingFang SC"/>
                <a:cs typeface="PingFang SC"/>
              </a:defRPr>
            </a:pPr>
            <a:r>
              <a:rPr sz="1275" b="0">
                <a:solidFill>
                  <a:srgbClr val="172033"/>
                </a:solidFill>
                <a:latin typeface="PingFang SC"/>
                <a:ea typeface="PingFang SC"/>
                <a:cs typeface="PingFang SC"/>
              </a:rPr>
              <a:t>1. 查看目标片段和上下文</a:t>
            </a:r>
          </a:p>
          <a:p>
            <a:pPr algn="l">
              <a:lnSpc>
                <a:spcPct val="118000"/>
              </a:lnSpc>
              <a:buNone/>
              <a:defRPr sz="1275" b="0">
                <a:solidFill>
                  <a:srgbClr val="172033"/>
                </a:solidFill>
                <a:latin typeface="PingFang SC"/>
                <a:ea typeface="PingFang SC"/>
                <a:cs typeface="PingFang SC"/>
              </a:defRPr>
            </a:pPr>
            <a:r>
              <a:rPr sz="1275" b="0">
                <a:solidFill>
                  <a:srgbClr val="172033"/>
                </a:solidFill>
                <a:latin typeface="PingFang SC"/>
                <a:ea typeface="PingFang SC"/>
                <a:cs typeface="PingFang SC"/>
              </a:rPr>
              <a:t>2. 看 AI 建议和风险原因</a:t>
            </a:r>
          </a:p>
          <a:p>
            <a:pPr algn="l">
              <a:lnSpc>
                <a:spcPct val="118000"/>
              </a:lnSpc>
              <a:buNone/>
              <a:defRPr sz="1275" b="0">
                <a:solidFill>
                  <a:srgbClr val="172033"/>
                </a:solidFill>
                <a:latin typeface="PingFang SC"/>
                <a:ea typeface="PingFang SC"/>
                <a:cs typeface="PingFang SC"/>
              </a:defRPr>
            </a:pPr>
            <a:r>
              <a:rPr sz="1275" b="0">
                <a:solidFill>
                  <a:srgbClr val="172033"/>
                </a:solidFill>
                <a:latin typeface="PingFang SC"/>
                <a:ea typeface="PingFang SC"/>
                <a:cs typeface="PingFang SC"/>
              </a:rPr>
              <a:t>3. 选择 accept / edit / reject</a:t>
            </a:r>
          </a:p>
          <a:p>
            <a:pPr algn="l">
              <a:lnSpc>
                <a:spcPct val="118000"/>
              </a:lnSpc>
              <a:buNone/>
              <a:defRPr sz="1275" b="0">
                <a:solidFill>
                  <a:srgbClr val="172033"/>
                </a:solidFill>
                <a:latin typeface="PingFang SC"/>
                <a:ea typeface="PingFang SC"/>
                <a:cs typeface="PingFang SC"/>
              </a:defRPr>
            </a:pPr>
            <a:r>
              <a:rPr sz="1275" b="0">
                <a:solidFill>
                  <a:srgbClr val="172033"/>
                </a:solidFill>
                <a:latin typeface="PingFang SC"/>
                <a:ea typeface="PingFang SC"/>
                <a:cs typeface="PingFang SC"/>
              </a:rPr>
              <a:t>4. 必要时改写成可给学生的反馈</a:t>
            </a:r>
          </a:p>
          <a:p>
            <a:pPr algn="l">
              <a:lnSpc>
                <a:spcPct val="118000"/>
              </a:lnSpc>
              <a:buNone/>
              <a:defRPr sz="1275" b="0">
                <a:solidFill>
                  <a:srgbClr val="172033"/>
                </a:solidFill>
                <a:latin typeface="PingFang SC"/>
                <a:ea typeface="PingFang SC"/>
                <a:cs typeface="PingFang SC"/>
              </a:defRPr>
            </a:pPr>
            <a:r>
              <a:rPr sz="1275" b="0">
                <a:solidFill>
                  <a:srgbClr val="172033"/>
                </a:solidFill>
                <a:latin typeface="PingFang SC"/>
                <a:ea typeface="PingFang SC"/>
                <a:cs typeface="PingFang SC"/>
              </a:rPr>
              <a:t>5. 导出审核记录</a:t>
            </a:r>
          </a:p>
        </p:txBody>
      </p:sp>
      <p:sp>
        <p:nvSpPr>
          <p:cNvPr id="9" name="圆角矩形 8">
            <a:extLst>
              <a:ext uri="{FF2B5EF4-FFF2-40B4-BE49-F238E27FC236}">
                <a16:creationId xmlns:a16="http://schemas.microsoft.com/office/drawing/2014/main" id="{AD9172AF-CCAB-491E-889C-A7117053B487}"/>
              </a:ext>
            </a:extLst>
          </p:cNvPr>
          <p:cNvSpPr>
            <a:spLocks noGrp="1"/>
          </p:cNvSpPr>
          <p:nvPr/>
        </p:nvSpPr>
        <p:spPr>
          <a:xfrm>
            <a:off x="7067550" y="4667250"/>
            <a:ext cx="3810000" cy="990600"/>
          </a:xfrm>
          <a:prstGeom prst="roundRect">
            <a:avLst>
              <a:gd name="adj" fmla="val 11538"/>
            </a:avLst>
          </a:prstGeom>
          <a:solidFill>
            <a:srgbClr val="FFFFFF"/>
          </a:solidFill>
          <a:ln w="9525">
            <a:solidFill>
              <a:srgbClr val="D8DEE9"/>
            </a:solidFill>
            <a:prstDash val="solid"/>
          </a:ln>
        </p:spPr>
        <p:style>
          <a:lnRef idx="0">
            <a:scrgbClr r="0" g="0" b="0"/>
          </a:lnRef>
          <a:fillRef idx="0">
            <a:scrgbClr r="0" g="0" b="0"/>
          </a:fillRef>
          <a:effectRef idx="4">
            <a:scrgbClr r="0" g="0" b="0"/>
          </a:effectRef>
          <a:fontRef idx="major"/>
        </p:style>
        <p:txBody>
          <a:bodyPr/>
          <a:lstStyle/>
          <a:p>
            <a:endParaRPr lang="zh-CN" altLang="en-US"/>
          </a:p>
        </p:txBody>
      </p:sp>
      <p:sp>
        <p:nvSpPr>
          <p:cNvPr id="10" name="矩形 9">
            <a:extLst>
              <a:ext uri="{FF2B5EF4-FFF2-40B4-BE49-F238E27FC236}">
                <a16:creationId xmlns:a16="http://schemas.microsoft.com/office/drawing/2014/main" id="{BA601AFA-3B39-49ED-953F-0D59D1930C21}"/>
              </a:ext>
            </a:extLst>
          </p:cNvPr>
          <p:cNvSpPr>
            <a:spLocks noGrp="1"/>
          </p:cNvSpPr>
          <p:nvPr/>
        </p:nvSpPr>
        <p:spPr>
          <a:xfrm>
            <a:off x="7067550" y="4667250"/>
            <a:ext cx="66675" cy="990600"/>
          </a:xfrm>
          <a:prstGeom prst="rect">
            <a:avLst/>
          </a:prstGeom>
          <a:solidFill>
            <a:srgbClr val="16A34A"/>
          </a:solidFill>
          <a:ln w="0">
            <a:solidFill>
              <a:srgbClr val="16A34A"/>
            </a:solidFill>
            <a:prstDash val="solid"/>
          </a:ln>
        </p:spPr>
        <p:txBody>
          <a:bodyPr/>
          <a:lstStyle/>
          <a:p>
            <a:endParaRPr lang="zh-CN" altLang="en-US"/>
          </a:p>
        </p:txBody>
      </p:sp>
      <p:sp>
        <p:nvSpPr>
          <p:cNvPr id="11" name="矩形 10">
            <a:extLst>
              <a:ext uri="{FF2B5EF4-FFF2-40B4-BE49-F238E27FC236}">
                <a16:creationId xmlns:a16="http://schemas.microsoft.com/office/drawing/2014/main" id="{04D4C2BB-A397-4131-B74C-1984B02820E2}"/>
              </a:ext>
            </a:extLst>
          </p:cNvPr>
          <p:cNvSpPr>
            <a:spLocks noGrp="1"/>
          </p:cNvSpPr>
          <p:nvPr/>
        </p:nvSpPr>
        <p:spPr>
          <a:xfrm>
            <a:off x="7258050" y="4838700"/>
            <a:ext cx="3467100" cy="266700"/>
          </a:xfrm>
          <a:prstGeom prst="rect">
            <a:avLst/>
          </a:prstGeom>
          <a:noFill/>
          <a:ln w="0">
            <a:noFill/>
            <a:prstDash val="solid"/>
          </a:ln>
        </p:spPr>
        <p:txBody>
          <a:bodyPr lIns="19050" tIns="19050" rIns="19050" bIns="19050" anchor="t">
            <a:normAutofit/>
          </a:bodyPr>
          <a:lstStyle/>
          <a:p>
            <a:pPr algn="l">
              <a:lnSpc>
                <a:spcPct val="110000"/>
              </a:lnSpc>
              <a:buNone/>
              <a:defRPr sz="1350" b="1">
                <a:solidFill>
                  <a:srgbClr val="16A34A"/>
                </a:solidFill>
                <a:latin typeface="PingFang SC"/>
                <a:ea typeface="PingFang SC"/>
                <a:cs typeface="PingFang SC"/>
              </a:defRPr>
            </a:pPr>
            <a:r>
              <a:rPr sz="1350" b="1">
                <a:solidFill>
                  <a:srgbClr val="16A34A"/>
                </a:solidFill>
                <a:latin typeface="PingFang SC"/>
                <a:ea typeface="PingFang SC"/>
                <a:cs typeface="PingFang SC"/>
              </a:rPr>
              <a:t>系统减负点</a:t>
            </a:r>
          </a:p>
        </p:txBody>
      </p:sp>
      <p:sp>
        <p:nvSpPr>
          <p:cNvPr id="12" name="矩形 11">
            <a:extLst>
              <a:ext uri="{FF2B5EF4-FFF2-40B4-BE49-F238E27FC236}">
                <a16:creationId xmlns:a16="http://schemas.microsoft.com/office/drawing/2014/main" id="{2164A814-3D97-48A3-9322-1A94EC5E9E3A}"/>
              </a:ext>
            </a:extLst>
          </p:cNvPr>
          <p:cNvSpPr>
            <a:spLocks noGrp="1"/>
          </p:cNvSpPr>
          <p:nvPr/>
        </p:nvSpPr>
        <p:spPr>
          <a:xfrm>
            <a:off x="7258050" y="5181600"/>
            <a:ext cx="3467100" cy="342900"/>
          </a:xfrm>
          <a:prstGeom prst="rect">
            <a:avLst/>
          </a:prstGeom>
          <a:noFill/>
          <a:ln w="0">
            <a:noFill/>
            <a:prstDash val="solid"/>
          </a:ln>
        </p:spPr>
        <p:txBody>
          <a:bodyPr lIns="19050" tIns="19050" rIns="19050" bIns="19050" anchor="t">
            <a:normAutofit fontScale="66467"/>
          </a:bodyPr>
          <a:lstStyle/>
          <a:p>
            <a:pPr algn="l">
              <a:lnSpc>
                <a:spcPct val="118000"/>
              </a:lnSpc>
              <a:buNone/>
              <a:defRPr sz="1275" b="0">
                <a:solidFill>
                  <a:srgbClr val="172033"/>
                </a:solidFill>
                <a:latin typeface="PingFang SC"/>
                <a:ea typeface="PingFang SC"/>
                <a:cs typeface="PingFang SC"/>
              </a:defRPr>
            </a:pPr>
            <a:r>
              <a:rPr sz="1275" b="0">
                <a:solidFill>
                  <a:srgbClr val="172033"/>
                </a:solidFill>
                <a:latin typeface="PingFang SC"/>
                <a:ea typeface="PingFang SC"/>
                <a:cs typeface="PingFang SC"/>
              </a:rPr>
              <a:t>低风险局部反馈可以自动通过；教师时间集中在可能改变原意、无证据、过度重写或表达不当的反馈上。</a:t>
            </a:r>
          </a:p>
        </p:txBody>
      </p:sp>
      <p:sp>
        <p:nvSpPr>
          <p:cNvPr id="13" name="矩形 12">
            <a:extLst>
              <a:ext uri="{FF2B5EF4-FFF2-40B4-BE49-F238E27FC236}">
                <a16:creationId xmlns:a16="http://schemas.microsoft.com/office/drawing/2014/main" id="{450D8FD5-417B-4111-9933-47E117C234D4}"/>
              </a:ext>
            </a:extLst>
          </p:cNvPr>
          <p:cNvSpPr>
            <a:spLocks noGrp="1"/>
          </p:cNvSpPr>
          <p:nvPr/>
        </p:nvSpPr>
        <p:spPr>
          <a:xfrm>
            <a:off x="609600" y="6553200"/>
            <a:ext cx="4000500" cy="171450"/>
          </a:xfrm>
          <a:prstGeom prst="rect">
            <a:avLst/>
          </a:prstGeom>
          <a:noFill/>
          <a:ln w="0">
            <a:noFill/>
            <a:prstDash val="solid"/>
          </a:ln>
        </p:spPr>
        <p:txBody>
          <a:bodyPr lIns="19050" tIns="19050" rIns="19050" bIns="19050" anchor="t">
            <a:normAutofit/>
          </a:bodyPr>
          <a:lstStyle/>
          <a:p>
            <a:pPr algn="l">
              <a:lnSpc>
                <a:spcPct val="110000"/>
              </a:lnSpc>
              <a:buNone/>
              <a:defRPr sz="750" b="0">
                <a:solidFill>
                  <a:srgbClr val="8792A3"/>
                </a:solidFill>
                <a:latin typeface="PingFang SC"/>
                <a:ea typeface="PingFang SC"/>
                <a:cs typeface="PingFang SC"/>
              </a:defRPr>
            </a:pPr>
            <a:r>
              <a:rPr sz="750" b="0">
                <a:solidFill>
                  <a:srgbClr val="8792A3"/>
                </a:solidFill>
                <a:latin typeface="PingFang SC"/>
                <a:ea typeface="PingFang SC"/>
                <a:cs typeface="PingFang SC"/>
              </a:rPr>
              <a:t>ConsensusScope workflow explanation | 10/12</a:t>
            </a:r>
          </a:p>
        </p:txBody>
      </p:sp>
    </p:spTree>
    <p:extLst>
      <p:ext uri="{BB962C8B-B14F-4D97-AF65-F5344CB8AC3E}">
        <p14:creationId xmlns:p14="http://schemas.microsoft.com/office/powerpoint/2010/main" val="15538159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DA6776F-2995-4349-88D5-51325B58B01F}"/>
              </a:ext>
            </a:extLst>
          </p:cNvPr>
          <p:cNvSpPr>
            <a:spLocks noGrp="1"/>
          </p:cNvSpPr>
          <p:nvPr/>
        </p:nvSpPr>
        <p:spPr>
          <a:xfrm>
            <a:off x="609600" y="400050"/>
            <a:ext cx="4953000" cy="266700"/>
          </a:xfrm>
          <a:prstGeom prst="rect">
            <a:avLst/>
          </a:prstGeom>
          <a:noFill/>
          <a:ln w="0">
            <a:noFill/>
            <a:prstDash val="solid"/>
          </a:ln>
        </p:spPr>
        <p:txBody>
          <a:bodyPr lIns="19050" tIns="19050" rIns="19050" bIns="19050" anchor="t">
            <a:normAutofit/>
          </a:bodyPr>
          <a:lstStyle/>
          <a:p>
            <a:pPr algn="l">
              <a:lnSpc>
                <a:spcPct val="110000"/>
              </a:lnSpc>
              <a:buNone/>
              <a:defRPr sz="975" b="1">
                <a:solidFill>
                  <a:srgbClr val="2563EB"/>
                </a:solidFill>
                <a:latin typeface="PingFang SC"/>
                <a:ea typeface="PingFang SC"/>
                <a:cs typeface="PingFang SC"/>
              </a:defRPr>
            </a:pPr>
            <a:r>
              <a:rPr sz="975" b="1">
                <a:solidFill>
                  <a:srgbClr val="2563EB"/>
                </a:solidFill>
                <a:latin typeface="PingFang SC"/>
                <a:ea typeface="PingFang SC"/>
                <a:cs typeface="PingFang SC"/>
              </a:rPr>
              <a:t>Step 6</a:t>
            </a:r>
          </a:p>
        </p:txBody>
      </p:sp>
      <p:sp>
        <p:nvSpPr>
          <p:cNvPr id="2" name="矩形 1">
            <a:extLst>
              <a:ext uri="{FF2B5EF4-FFF2-40B4-BE49-F238E27FC236}">
                <a16:creationId xmlns:a16="http://schemas.microsoft.com/office/drawing/2014/main" id="{9D2C02A0-6C2D-49EB-9642-AF88061DE06D}"/>
              </a:ext>
            </a:extLst>
          </p:cNvPr>
          <p:cNvSpPr>
            <a:spLocks noGrp="1"/>
          </p:cNvSpPr>
          <p:nvPr/>
        </p:nvSpPr>
        <p:spPr>
          <a:xfrm>
            <a:off x="609600" y="723900"/>
            <a:ext cx="8763000" cy="590550"/>
          </a:xfrm>
          <a:prstGeom prst="rect">
            <a:avLst/>
          </a:prstGeom>
          <a:noFill/>
          <a:ln w="0">
            <a:noFill/>
            <a:prstDash val="solid"/>
          </a:ln>
        </p:spPr>
        <p:txBody>
          <a:bodyPr lIns="19050" tIns="19050" rIns="19050" bIns="19050" anchor="t">
            <a:normAutofit/>
          </a:bodyPr>
          <a:lstStyle/>
          <a:p>
            <a:pPr algn="l">
              <a:lnSpc>
                <a:spcPct val="102000"/>
              </a:lnSpc>
              <a:buNone/>
              <a:defRPr sz="2550" b="1">
                <a:solidFill>
                  <a:srgbClr val="172033"/>
                </a:solidFill>
                <a:latin typeface="PingFang SC"/>
                <a:ea typeface="PingFang SC"/>
                <a:cs typeface="PingFang SC"/>
              </a:defRPr>
            </a:pPr>
            <a:r>
              <a:rPr sz="2550" b="1">
                <a:solidFill>
                  <a:srgbClr val="172033"/>
                </a:solidFill>
                <a:latin typeface="PingFang SC"/>
                <a:ea typeface="PingFang SC"/>
                <a:cs typeface="PingFang SC"/>
              </a:rPr>
              <a:t>报告导出与效果验证</a:t>
            </a:r>
          </a:p>
        </p:txBody>
      </p:sp>
      <p:sp>
        <p:nvSpPr>
          <p:cNvPr id="3" name="矩形 2">
            <a:extLst>
              <a:ext uri="{FF2B5EF4-FFF2-40B4-BE49-F238E27FC236}">
                <a16:creationId xmlns:a16="http://schemas.microsoft.com/office/drawing/2014/main" id="{0E6BCE4B-E4B7-4691-BA40-34BF6DCFBBB2}"/>
              </a:ext>
            </a:extLst>
          </p:cNvPr>
          <p:cNvSpPr>
            <a:spLocks noGrp="1"/>
          </p:cNvSpPr>
          <p:nvPr/>
        </p:nvSpPr>
        <p:spPr>
          <a:xfrm>
            <a:off x="609600" y="1352550"/>
            <a:ext cx="8953500" cy="400050"/>
          </a:xfrm>
          <a:prstGeom prst="rect">
            <a:avLst/>
          </a:prstGeom>
          <a:noFill/>
          <a:ln w="0">
            <a:noFill/>
            <a:prstDash val="solid"/>
          </a:ln>
        </p:spPr>
        <p:txBody>
          <a:bodyPr lIns="19050" tIns="19050" rIns="19050" bIns="19050" anchor="t">
            <a:normAutofit/>
          </a:bodyPr>
          <a:lstStyle/>
          <a:p>
            <a:pPr algn="l">
              <a:lnSpc>
                <a:spcPct val="118000"/>
              </a:lnSpc>
              <a:buNone/>
              <a:defRPr sz="1350" b="0">
                <a:solidFill>
                  <a:srgbClr val="5B667A"/>
                </a:solidFill>
                <a:latin typeface="PingFang SC"/>
                <a:ea typeface="PingFang SC"/>
                <a:cs typeface="PingFang SC"/>
              </a:defRPr>
            </a:pPr>
            <a:r>
              <a:rPr sz="1350" b="0">
                <a:solidFill>
                  <a:srgbClr val="5B667A"/>
                </a:solidFill>
                <a:latin typeface="PingFang SC"/>
                <a:ea typeface="PingFang SC"/>
                <a:cs typeface="PingFang SC"/>
              </a:rPr>
              <a:t>系统输出可复查报告；评价指标只支持安全路由主张，不夸大到课堂学习效果。</a:t>
            </a:r>
          </a:p>
        </p:txBody>
      </p:sp>
      <p:pic>
        <p:nvPicPr>
          <p:cNvPr id="29" name="图片 28"/>
          <p:cNvPicPr>
            <a:picLocks noChangeAspect="1"/>
          </p:cNvPicPr>
          <p:nvPr/>
        </p:nvPicPr>
        <p:blipFill>
          <a:blip r:embed="rId3"/>
          <a:stretch/>
        </p:blipFill>
        <p:spPr>
          <a:xfrm>
            <a:off x="967220" y="1962150"/>
            <a:ext cx="3990109" cy="3048000"/>
          </a:xfrm>
          <a:prstGeom prst="roundRect">
            <a:avLst>
              <a:gd name="adj" fmla="val 2500"/>
            </a:avLst>
          </a:prstGeom>
        </p:spPr>
      </p:pic>
      <p:pic>
        <p:nvPicPr>
          <p:cNvPr id="30" name="图片 29"/>
          <p:cNvPicPr>
            <a:picLocks noChangeAspect="1"/>
          </p:cNvPicPr>
          <p:nvPr/>
        </p:nvPicPr>
        <p:blipFill>
          <a:blip r:embed="rId4"/>
          <a:stretch/>
        </p:blipFill>
        <p:spPr>
          <a:xfrm>
            <a:off x="6858000" y="1962150"/>
            <a:ext cx="2857500" cy="2381250"/>
          </a:xfrm>
          <a:prstGeom prst="roundRect">
            <a:avLst>
              <a:gd name="adj" fmla="val 3200"/>
            </a:avLst>
          </a:prstGeom>
        </p:spPr>
      </p:pic>
      <p:sp>
        <p:nvSpPr>
          <p:cNvPr id="6" name="圆角矩形 5">
            <a:extLst>
              <a:ext uri="{FF2B5EF4-FFF2-40B4-BE49-F238E27FC236}">
                <a16:creationId xmlns:a16="http://schemas.microsoft.com/office/drawing/2014/main" id="{E3C08E1D-B32E-466C-BC84-BE11F3CE5C66}"/>
              </a:ext>
            </a:extLst>
          </p:cNvPr>
          <p:cNvSpPr>
            <a:spLocks noGrp="1"/>
          </p:cNvSpPr>
          <p:nvPr/>
        </p:nvSpPr>
        <p:spPr>
          <a:xfrm>
            <a:off x="5810250" y="4648200"/>
            <a:ext cx="1504950" cy="552450"/>
          </a:xfrm>
          <a:prstGeom prst="roundRect">
            <a:avLst>
              <a:gd name="adj" fmla="val 13793"/>
            </a:avLst>
          </a:prstGeom>
          <a:solidFill>
            <a:srgbClr val="FFFFFF"/>
          </a:solidFill>
          <a:ln w="9525">
            <a:solidFill>
              <a:srgbClr val="D8DEE9"/>
            </a:solidFill>
            <a:prstDash val="solid"/>
          </a:ln>
        </p:spPr>
        <p:txBody>
          <a:bodyPr/>
          <a:lstStyle/>
          <a:p>
            <a:endParaRPr lang="zh-CN" altLang="en-US"/>
          </a:p>
        </p:txBody>
      </p:sp>
      <p:sp>
        <p:nvSpPr>
          <p:cNvPr id="7" name="矩形 6">
            <a:extLst>
              <a:ext uri="{FF2B5EF4-FFF2-40B4-BE49-F238E27FC236}">
                <a16:creationId xmlns:a16="http://schemas.microsoft.com/office/drawing/2014/main" id="{01112343-02B4-42CB-8E41-D3B172E51581}"/>
              </a:ext>
            </a:extLst>
          </p:cNvPr>
          <p:cNvSpPr>
            <a:spLocks noGrp="1"/>
          </p:cNvSpPr>
          <p:nvPr/>
        </p:nvSpPr>
        <p:spPr>
          <a:xfrm>
            <a:off x="5905500" y="4724400"/>
            <a:ext cx="1314450" cy="228600"/>
          </a:xfrm>
          <a:prstGeom prst="rect">
            <a:avLst/>
          </a:prstGeom>
          <a:noFill/>
          <a:ln w="0">
            <a:noFill/>
            <a:prstDash val="solid"/>
          </a:ln>
        </p:spPr>
        <p:txBody>
          <a:bodyPr lIns="19050" tIns="19050" rIns="19050" bIns="19050" anchor="t">
            <a:normAutofit fontScale="68870"/>
          </a:bodyPr>
          <a:lstStyle/>
          <a:p>
            <a:pPr algn="ctr">
              <a:lnSpc>
                <a:spcPct val="110000"/>
              </a:lnSpc>
              <a:buNone/>
              <a:defRPr sz="1650" b="1">
                <a:solidFill>
                  <a:srgbClr val="2563EB"/>
                </a:solidFill>
                <a:latin typeface="PingFang SC"/>
                <a:ea typeface="PingFang SC"/>
                <a:cs typeface="PingFang SC"/>
              </a:defRPr>
            </a:pPr>
            <a:r>
              <a:rPr sz="1650" b="1">
                <a:solidFill>
                  <a:srgbClr val="2563EB"/>
                </a:solidFill>
                <a:latin typeface="PingFang SC"/>
                <a:ea typeface="PingFang SC"/>
                <a:cs typeface="PingFang SC"/>
              </a:rPr>
              <a:t>349,782</a:t>
            </a:r>
          </a:p>
        </p:txBody>
      </p:sp>
      <p:sp>
        <p:nvSpPr>
          <p:cNvPr id="8" name="矩形 7">
            <a:extLst>
              <a:ext uri="{FF2B5EF4-FFF2-40B4-BE49-F238E27FC236}">
                <a16:creationId xmlns:a16="http://schemas.microsoft.com/office/drawing/2014/main" id="{6F4E4EB8-5119-477A-BFB9-9D2D1FD8FF84}"/>
              </a:ext>
            </a:extLst>
          </p:cNvPr>
          <p:cNvSpPr>
            <a:spLocks noGrp="1"/>
          </p:cNvSpPr>
          <p:nvPr/>
        </p:nvSpPr>
        <p:spPr>
          <a:xfrm>
            <a:off x="5886450" y="4972050"/>
            <a:ext cx="1352550" cy="152400"/>
          </a:xfrm>
          <a:prstGeom prst="rect">
            <a:avLst/>
          </a:prstGeom>
          <a:noFill/>
          <a:ln w="0">
            <a:noFill/>
            <a:prstDash val="solid"/>
          </a:ln>
        </p:spPr>
        <p:txBody>
          <a:bodyPr lIns="19050" tIns="19050" rIns="19050" bIns="19050" anchor="t">
            <a:normAutofit fontScale="95627"/>
          </a:bodyPr>
          <a:lstStyle/>
          <a:p>
            <a:pPr algn="ctr">
              <a:lnSpc>
                <a:spcPct val="110000"/>
              </a:lnSpc>
              <a:buNone/>
              <a:defRPr sz="713" b="0">
                <a:solidFill>
                  <a:srgbClr val="5B667A"/>
                </a:solidFill>
                <a:latin typeface="PingFang SC"/>
                <a:ea typeface="PingFang SC"/>
                <a:cs typeface="PingFang SC"/>
              </a:defRPr>
            </a:pPr>
            <a:r>
              <a:rPr sz="713" b="0">
                <a:solidFill>
                  <a:srgbClr val="5B667A"/>
                </a:solidFill>
                <a:latin typeface="PingFang SC"/>
                <a:ea typeface="PingFang SC"/>
                <a:cs typeface="PingFang SC"/>
              </a:rPr>
              <a:t>公开学习者语料生成反馈候选</a:t>
            </a:r>
          </a:p>
        </p:txBody>
      </p:sp>
      <p:sp>
        <p:nvSpPr>
          <p:cNvPr id="9" name="圆角矩形 8">
            <a:extLst>
              <a:ext uri="{FF2B5EF4-FFF2-40B4-BE49-F238E27FC236}">
                <a16:creationId xmlns:a16="http://schemas.microsoft.com/office/drawing/2014/main" id="{64AFC18D-1BDC-489D-B721-A8DD30C5B35D}"/>
              </a:ext>
            </a:extLst>
          </p:cNvPr>
          <p:cNvSpPr>
            <a:spLocks noGrp="1"/>
          </p:cNvSpPr>
          <p:nvPr/>
        </p:nvSpPr>
        <p:spPr>
          <a:xfrm>
            <a:off x="7486650" y="4648200"/>
            <a:ext cx="1504950" cy="552450"/>
          </a:xfrm>
          <a:prstGeom prst="roundRect">
            <a:avLst>
              <a:gd name="adj" fmla="val 13793"/>
            </a:avLst>
          </a:prstGeom>
          <a:solidFill>
            <a:srgbClr val="FFFFFF"/>
          </a:solidFill>
          <a:ln w="9525">
            <a:solidFill>
              <a:srgbClr val="D8DEE9"/>
            </a:solidFill>
            <a:prstDash val="solid"/>
          </a:ln>
        </p:spPr>
        <p:txBody>
          <a:bodyPr/>
          <a:lstStyle/>
          <a:p>
            <a:endParaRPr lang="zh-CN" altLang="en-US"/>
          </a:p>
        </p:txBody>
      </p:sp>
      <p:sp>
        <p:nvSpPr>
          <p:cNvPr id="10" name="矩形 9">
            <a:extLst>
              <a:ext uri="{FF2B5EF4-FFF2-40B4-BE49-F238E27FC236}">
                <a16:creationId xmlns:a16="http://schemas.microsoft.com/office/drawing/2014/main" id="{1BE54840-1BBB-40B3-9BAE-A4E7BFAC2EF1}"/>
              </a:ext>
            </a:extLst>
          </p:cNvPr>
          <p:cNvSpPr>
            <a:spLocks noGrp="1"/>
          </p:cNvSpPr>
          <p:nvPr/>
        </p:nvSpPr>
        <p:spPr>
          <a:xfrm>
            <a:off x="7581900" y="4724400"/>
            <a:ext cx="1314450" cy="228600"/>
          </a:xfrm>
          <a:prstGeom prst="rect">
            <a:avLst/>
          </a:prstGeom>
          <a:noFill/>
          <a:ln w="0">
            <a:noFill/>
            <a:prstDash val="solid"/>
          </a:ln>
        </p:spPr>
        <p:txBody>
          <a:bodyPr lIns="19050" tIns="19050" rIns="19050" bIns="19050" anchor="t">
            <a:normAutofit fontScale="68870"/>
          </a:bodyPr>
          <a:lstStyle/>
          <a:p>
            <a:pPr algn="ctr">
              <a:lnSpc>
                <a:spcPct val="110000"/>
              </a:lnSpc>
              <a:buNone/>
              <a:defRPr sz="1650" b="1">
                <a:solidFill>
                  <a:srgbClr val="2563EB"/>
                </a:solidFill>
                <a:latin typeface="PingFang SC"/>
                <a:ea typeface="PingFang SC"/>
                <a:cs typeface="PingFang SC"/>
              </a:defRPr>
            </a:pPr>
            <a:r>
              <a:rPr sz="1650" b="1">
                <a:solidFill>
                  <a:srgbClr val="2563EB"/>
                </a:solidFill>
                <a:latin typeface="PingFang SC"/>
                <a:ea typeface="PingFang SC"/>
                <a:cs typeface="PingFang SC"/>
              </a:rPr>
              <a:t>32.9%</a:t>
            </a:r>
          </a:p>
        </p:txBody>
      </p:sp>
      <p:sp>
        <p:nvSpPr>
          <p:cNvPr id="11" name="矩形 10">
            <a:extLst>
              <a:ext uri="{FF2B5EF4-FFF2-40B4-BE49-F238E27FC236}">
                <a16:creationId xmlns:a16="http://schemas.microsoft.com/office/drawing/2014/main" id="{4E8A4590-4368-4736-A3C0-23059A0B9B04}"/>
              </a:ext>
            </a:extLst>
          </p:cNvPr>
          <p:cNvSpPr>
            <a:spLocks noGrp="1"/>
          </p:cNvSpPr>
          <p:nvPr/>
        </p:nvSpPr>
        <p:spPr>
          <a:xfrm>
            <a:off x="7562850" y="4972050"/>
            <a:ext cx="1352550" cy="152400"/>
          </a:xfrm>
          <a:prstGeom prst="rect">
            <a:avLst/>
          </a:prstGeom>
          <a:noFill/>
          <a:ln w="0">
            <a:noFill/>
            <a:prstDash val="solid"/>
          </a:ln>
        </p:spPr>
        <p:txBody>
          <a:bodyPr lIns="19050" tIns="19050" rIns="19050" bIns="19050" anchor="t">
            <a:normAutofit fontScale="95627"/>
          </a:bodyPr>
          <a:lstStyle/>
          <a:p>
            <a:pPr algn="ctr">
              <a:lnSpc>
                <a:spcPct val="110000"/>
              </a:lnSpc>
              <a:buNone/>
              <a:defRPr sz="713" b="0">
                <a:solidFill>
                  <a:srgbClr val="5B667A"/>
                </a:solidFill>
                <a:latin typeface="PingFang SC"/>
                <a:ea typeface="PingFang SC"/>
                <a:cs typeface="PingFang SC"/>
              </a:defRPr>
            </a:pPr>
            <a:r>
              <a:rPr sz="713" b="0">
                <a:solidFill>
                  <a:srgbClr val="5B667A"/>
                </a:solidFill>
                <a:latin typeface="PingFang SC"/>
                <a:ea typeface="PingFang SC"/>
                <a:cs typeface="PingFang SC"/>
              </a:rPr>
              <a:t>默认策略自动路由比例</a:t>
            </a:r>
          </a:p>
        </p:txBody>
      </p:sp>
      <p:sp>
        <p:nvSpPr>
          <p:cNvPr id="12" name="圆角矩形 11">
            <a:extLst>
              <a:ext uri="{FF2B5EF4-FFF2-40B4-BE49-F238E27FC236}">
                <a16:creationId xmlns:a16="http://schemas.microsoft.com/office/drawing/2014/main" id="{3B058672-4E13-46D9-98B4-7BD3A74D20BF}"/>
              </a:ext>
            </a:extLst>
          </p:cNvPr>
          <p:cNvSpPr>
            <a:spLocks noGrp="1"/>
          </p:cNvSpPr>
          <p:nvPr/>
        </p:nvSpPr>
        <p:spPr>
          <a:xfrm>
            <a:off x="9163050" y="4648200"/>
            <a:ext cx="1504950" cy="552450"/>
          </a:xfrm>
          <a:prstGeom prst="roundRect">
            <a:avLst>
              <a:gd name="adj" fmla="val 13793"/>
            </a:avLst>
          </a:prstGeom>
          <a:solidFill>
            <a:srgbClr val="FFFFFF"/>
          </a:solidFill>
          <a:ln w="9525">
            <a:solidFill>
              <a:srgbClr val="D8DEE9"/>
            </a:solidFill>
            <a:prstDash val="solid"/>
          </a:ln>
        </p:spPr>
        <p:txBody>
          <a:bodyPr/>
          <a:lstStyle/>
          <a:p>
            <a:endParaRPr lang="zh-CN" altLang="en-US"/>
          </a:p>
        </p:txBody>
      </p:sp>
      <p:sp>
        <p:nvSpPr>
          <p:cNvPr id="13" name="矩形 12">
            <a:extLst>
              <a:ext uri="{FF2B5EF4-FFF2-40B4-BE49-F238E27FC236}">
                <a16:creationId xmlns:a16="http://schemas.microsoft.com/office/drawing/2014/main" id="{67264AFA-D0E7-4931-BBFA-3C9F54DFB250}"/>
              </a:ext>
            </a:extLst>
          </p:cNvPr>
          <p:cNvSpPr>
            <a:spLocks noGrp="1"/>
          </p:cNvSpPr>
          <p:nvPr/>
        </p:nvSpPr>
        <p:spPr>
          <a:xfrm>
            <a:off x="9258300" y="4724400"/>
            <a:ext cx="1314450" cy="228600"/>
          </a:xfrm>
          <a:prstGeom prst="rect">
            <a:avLst/>
          </a:prstGeom>
          <a:noFill/>
          <a:ln w="0">
            <a:noFill/>
            <a:prstDash val="solid"/>
          </a:ln>
        </p:spPr>
        <p:txBody>
          <a:bodyPr lIns="19050" tIns="19050" rIns="19050" bIns="19050" anchor="t">
            <a:normAutofit fontScale="68870"/>
          </a:bodyPr>
          <a:lstStyle/>
          <a:p>
            <a:pPr algn="ctr">
              <a:lnSpc>
                <a:spcPct val="110000"/>
              </a:lnSpc>
              <a:buNone/>
              <a:defRPr sz="1650" b="1">
                <a:solidFill>
                  <a:srgbClr val="2563EB"/>
                </a:solidFill>
                <a:latin typeface="PingFang SC"/>
                <a:ea typeface="PingFang SC"/>
                <a:cs typeface="PingFang SC"/>
              </a:defRPr>
            </a:pPr>
            <a:r>
              <a:rPr sz="1650" b="1">
                <a:solidFill>
                  <a:srgbClr val="2563EB"/>
                </a:solidFill>
                <a:latin typeface="PingFang SC"/>
                <a:ea typeface="PingFang SC"/>
                <a:cs typeface="PingFang SC"/>
              </a:rPr>
              <a:t>1.000</a:t>
            </a:r>
          </a:p>
        </p:txBody>
      </p:sp>
      <p:sp>
        <p:nvSpPr>
          <p:cNvPr id="14" name="矩形 13">
            <a:extLst>
              <a:ext uri="{FF2B5EF4-FFF2-40B4-BE49-F238E27FC236}">
                <a16:creationId xmlns:a16="http://schemas.microsoft.com/office/drawing/2014/main" id="{371D9A8A-371A-4DD8-820A-75969FD17E7B}"/>
              </a:ext>
            </a:extLst>
          </p:cNvPr>
          <p:cNvSpPr>
            <a:spLocks noGrp="1"/>
          </p:cNvSpPr>
          <p:nvPr/>
        </p:nvSpPr>
        <p:spPr>
          <a:xfrm>
            <a:off x="9239250" y="4972050"/>
            <a:ext cx="1352550" cy="152400"/>
          </a:xfrm>
          <a:prstGeom prst="rect">
            <a:avLst/>
          </a:prstGeom>
          <a:noFill/>
          <a:ln w="0">
            <a:noFill/>
            <a:prstDash val="solid"/>
          </a:ln>
        </p:spPr>
        <p:txBody>
          <a:bodyPr lIns="19050" tIns="19050" rIns="19050" bIns="19050" anchor="t">
            <a:normAutofit fontScale="93697"/>
          </a:bodyPr>
          <a:lstStyle/>
          <a:p>
            <a:pPr algn="ctr">
              <a:lnSpc>
                <a:spcPct val="110000"/>
              </a:lnSpc>
              <a:buNone/>
              <a:defRPr sz="713" b="0">
                <a:solidFill>
                  <a:srgbClr val="5B667A"/>
                </a:solidFill>
                <a:latin typeface="PingFang SC"/>
                <a:ea typeface="PingFang SC"/>
                <a:cs typeface="PingFang SC"/>
              </a:defRPr>
            </a:pPr>
            <a:r>
              <a:rPr sz="713" b="0">
                <a:solidFill>
                  <a:srgbClr val="5B667A"/>
                </a:solidFill>
                <a:latin typeface="PingFang SC"/>
                <a:ea typeface="PingFang SC"/>
                <a:cs typeface="PingFang SC"/>
              </a:rPr>
              <a:t>构造错误/不安全候选进入复核队列</a:t>
            </a:r>
          </a:p>
        </p:txBody>
      </p:sp>
      <p:sp>
        <p:nvSpPr>
          <p:cNvPr id="15" name="圆角矩形 14">
            <a:extLst>
              <a:ext uri="{FF2B5EF4-FFF2-40B4-BE49-F238E27FC236}">
                <a16:creationId xmlns:a16="http://schemas.microsoft.com/office/drawing/2014/main" id="{001F8C70-55AC-4BC9-8DAC-24D614E7067D}"/>
              </a:ext>
            </a:extLst>
          </p:cNvPr>
          <p:cNvSpPr>
            <a:spLocks noGrp="1"/>
          </p:cNvSpPr>
          <p:nvPr/>
        </p:nvSpPr>
        <p:spPr>
          <a:xfrm>
            <a:off x="5810250" y="5391150"/>
            <a:ext cx="1504950" cy="552450"/>
          </a:xfrm>
          <a:prstGeom prst="roundRect">
            <a:avLst>
              <a:gd name="adj" fmla="val 13793"/>
            </a:avLst>
          </a:prstGeom>
          <a:solidFill>
            <a:srgbClr val="FFFFFF"/>
          </a:solidFill>
          <a:ln w="9525">
            <a:solidFill>
              <a:srgbClr val="D8DEE9"/>
            </a:solidFill>
            <a:prstDash val="solid"/>
          </a:ln>
        </p:spPr>
        <p:txBody>
          <a:bodyPr/>
          <a:lstStyle/>
          <a:p>
            <a:endParaRPr lang="zh-CN" altLang="en-US"/>
          </a:p>
        </p:txBody>
      </p:sp>
      <p:sp>
        <p:nvSpPr>
          <p:cNvPr id="16" name="矩形 15">
            <a:extLst>
              <a:ext uri="{FF2B5EF4-FFF2-40B4-BE49-F238E27FC236}">
                <a16:creationId xmlns:a16="http://schemas.microsoft.com/office/drawing/2014/main" id="{CD0663FC-9D6F-43C2-996B-A864074DE15A}"/>
              </a:ext>
            </a:extLst>
          </p:cNvPr>
          <p:cNvSpPr>
            <a:spLocks noGrp="1"/>
          </p:cNvSpPr>
          <p:nvPr/>
        </p:nvSpPr>
        <p:spPr>
          <a:xfrm>
            <a:off x="5905500" y="5467350"/>
            <a:ext cx="1314450" cy="228600"/>
          </a:xfrm>
          <a:prstGeom prst="rect">
            <a:avLst/>
          </a:prstGeom>
          <a:noFill/>
          <a:ln w="0">
            <a:noFill/>
            <a:prstDash val="solid"/>
          </a:ln>
        </p:spPr>
        <p:txBody>
          <a:bodyPr lIns="19050" tIns="19050" rIns="19050" bIns="19050" anchor="t">
            <a:normAutofit fontScale="68870"/>
          </a:bodyPr>
          <a:lstStyle/>
          <a:p>
            <a:pPr algn="ctr">
              <a:lnSpc>
                <a:spcPct val="110000"/>
              </a:lnSpc>
              <a:buNone/>
              <a:defRPr sz="1650" b="1">
                <a:solidFill>
                  <a:srgbClr val="2563EB"/>
                </a:solidFill>
                <a:latin typeface="PingFang SC"/>
                <a:ea typeface="PingFang SC"/>
                <a:cs typeface="PingFang SC"/>
              </a:defRPr>
            </a:pPr>
            <a:r>
              <a:rPr sz="1650" b="1">
                <a:solidFill>
                  <a:srgbClr val="2563EB"/>
                </a:solidFill>
                <a:latin typeface="PingFang SC"/>
                <a:ea typeface="PingFang SC"/>
                <a:cs typeface="PingFang SC"/>
              </a:rPr>
              <a:t>30</a:t>
            </a:r>
          </a:p>
        </p:txBody>
      </p:sp>
      <p:sp>
        <p:nvSpPr>
          <p:cNvPr id="17" name="矩形 16">
            <a:extLst>
              <a:ext uri="{FF2B5EF4-FFF2-40B4-BE49-F238E27FC236}">
                <a16:creationId xmlns:a16="http://schemas.microsoft.com/office/drawing/2014/main" id="{E4FD021E-9B36-4F20-B8F5-AB4B2E4BFFD4}"/>
              </a:ext>
            </a:extLst>
          </p:cNvPr>
          <p:cNvSpPr>
            <a:spLocks noGrp="1"/>
          </p:cNvSpPr>
          <p:nvPr/>
        </p:nvSpPr>
        <p:spPr>
          <a:xfrm>
            <a:off x="5886450" y="5715000"/>
            <a:ext cx="1352550" cy="152400"/>
          </a:xfrm>
          <a:prstGeom prst="rect">
            <a:avLst/>
          </a:prstGeom>
          <a:noFill/>
          <a:ln w="0">
            <a:noFill/>
            <a:prstDash val="solid"/>
          </a:ln>
        </p:spPr>
        <p:txBody>
          <a:bodyPr lIns="19050" tIns="19050" rIns="19050" bIns="19050" anchor="t">
            <a:normAutofit fontScale="95627"/>
          </a:bodyPr>
          <a:lstStyle/>
          <a:p>
            <a:pPr algn="ctr">
              <a:lnSpc>
                <a:spcPct val="110000"/>
              </a:lnSpc>
              <a:buNone/>
              <a:defRPr sz="713" b="0">
                <a:solidFill>
                  <a:srgbClr val="5B667A"/>
                </a:solidFill>
                <a:latin typeface="PingFang SC"/>
                <a:ea typeface="PingFang SC"/>
                <a:cs typeface="PingFang SC"/>
              </a:defRPr>
            </a:pPr>
            <a:r>
              <a:rPr sz="713" b="0">
                <a:solidFill>
                  <a:srgbClr val="5B667A"/>
                </a:solidFill>
                <a:latin typeface="PingFang SC"/>
                <a:ea typeface="PingFang SC"/>
                <a:cs typeface="PingFang SC"/>
              </a:rPr>
              <a:t>两位教师诊断标注反馈项</a:t>
            </a:r>
          </a:p>
        </p:txBody>
      </p:sp>
      <p:sp>
        <p:nvSpPr>
          <p:cNvPr id="18" name="圆角矩形 17">
            <a:extLst>
              <a:ext uri="{FF2B5EF4-FFF2-40B4-BE49-F238E27FC236}">
                <a16:creationId xmlns:a16="http://schemas.microsoft.com/office/drawing/2014/main" id="{4E103617-8438-4AA3-A626-243A649D5A3E}"/>
              </a:ext>
            </a:extLst>
          </p:cNvPr>
          <p:cNvSpPr>
            <a:spLocks noGrp="1"/>
          </p:cNvSpPr>
          <p:nvPr/>
        </p:nvSpPr>
        <p:spPr>
          <a:xfrm>
            <a:off x="7486650" y="5391150"/>
            <a:ext cx="1504950" cy="552450"/>
          </a:xfrm>
          <a:prstGeom prst="roundRect">
            <a:avLst>
              <a:gd name="adj" fmla="val 13793"/>
            </a:avLst>
          </a:prstGeom>
          <a:solidFill>
            <a:srgbClr val="FFFFFF"/>
          </a:solidFill>
          <a:ln w="9525">
            <a:solidFill>
              <a:srgbClr val="D8DEE9"/>
            </a:solidFill>
            <a:prstDash val="solid"/>
          </a:ln>
        </p:spPr>
        <p:txBody>
          <a:bodyPr/>
          <a:lstStyle/>
          <a:p>
            <a:endParaRPr lang="zh-CN" altLang="en-US"/>
          </a:p>
        </p:txBody>
      </p:sp>
      <p:sp>
        <p:nvSpPr>
          <p:cNvPr id="19" name="矩形 18">
            <a:extLst>
              <a:ext uri="{FF2B5EF4-FFF2-40B4-BE49-F238E27FC236}">
                <a16:creationId xmlns:a16="http://schemas.microsoft.com/office/drawing/2014/main" id="{D4E04844-695B-49E5-876D-07E8C794D05F}"/>
              </a:ext>
            </a:extLst>
          </p:cNvPr>
          <p:cNvSpPr>
            <a:spLocks noGrp="1"/>
          </p:cNvSpPr>
          <p:nvPr/>
        </p:nvSpPr>
        <p:spPr>
          <a:xfrm>
            <a:off x="7581900" y="5467350"/>
            <a:ext cx="1314450" cy="228600"/>
          </a:xfrm>
          <a:prstGeom prst="rect">
            <a:avLst/>
          </a:prstGeom>
          <a:noFill/>
          <a:ln w="0">
            <a:noFill/>
            <a:prstDash val="solid"/>
          </a:ln>
        </p:spPr>
        <p:txBody>
          <a:bodyPr lIns="19050" tIns="19050" rIns="19050" bIns="19050" anchor="t">
            <a:normAutofit fontScale="68870"/>
          </a:bodyPr>
          <a:lstStyle/>
          <a:p>
            <a:pPr algn="ctr">
              <a:lnSpc>
                <a:spcPct val="110000"/>
              </a:lnSpc>
              <a:buNone/>
              <a:defRPr sz="1650" b="1">
                <a:solidFill>
                  <a:srgbClr val="2563EB"/>
                </a:solidFill>
                <a:latin typeface="PingFang SC"/>
                <a:ea typeface="PingFang SC"/>
                <a:cs typeface="PingFang SC"/>
              </a:defRPr>
            </a:pPr>
            <a:r>
              <a:rPr sz="1650" b="1">
                <a:solidFill>
                  <a:srgbClr val="2563EB"/>
                </a:solidFill>
                <a:latin typeface="PingFang SC"/>
                <a:ea typeface="PingFang SC"/>
                <a:cs typeface="PingFang SC"/>
              </a:rPr>
              <a:t>0.857</a:t>
            </a:r>
          </a:p>
        </p:txBody>
      </p:sp>
      <p:sp>
        <p:nvSpPr>
          <p:cNvPr id="20" name="矩形 19">
            <a:extLst>
              <a:ext uri="{FF2B5EF4-FFF2-40B4-BE49-F238E27FC236}">
                <a16:creationId xmlns:a16="http://schemas.microsoft.com/office/drawing/2014/main" id="{82888F0F-C75C-4922-9D1C-01642F17B796}"/>
              </a:ext>
            </a:extLst>
          </p:cNvPr>
          <p:cNvSpPr>
            <a:spLocks noGrp="1"/>
          </p:cNvSpPr>
          <p:nvPr/>
        </p:nvSpPr>
        <p:spPr>
          <a:xfrm>
            <a:off x="7562850" y="5715000"/>
            <a:ext cx="1352550" cy="152400"/>
          </a:xfrm>
          <a:prstGeom prst="rect">
            <a:avLst/>
          </a:prstGeom>
          <a:noFill/>
          <a:ln w="0">
            <a:noFill/>
            <a:prstDash val="solid"/>
          </a:ln>
        </p:spPr>
        <p:txBody>
          <a:bodyPr lIns="19050" tIns="19050" rIns="19050" bIns="19050" anchor="t">
            <a:normAutofit fontScale="80159"/>
          </a:bodyPr>
          <a:lstStyle/>
          <a:p>
            <a:pPr algn="ctr">
              <a:lnSpc>
                <a:spcPct val="110000"/>
              </a:lnSpc>
              <a:buNone/>
              <a:defRPr sz="713" b="0">
                <a:solidFill>
                  <a:srgbClr val="5B667A"/>
                </a:solidFill>
                <a:latin typeface="PingFang SC"/>
                <a:ea typeface="PingFang SC"/>
                <a:cs typeface="PingFang SC"/>
              </a:defRPr>
            </a:pPr>
            <a:r>
              <a:rPr sz="713" b="0">
                <a:solidFill>
                  <a:srgbClr val="5B667A"/>
                </a:solidFill>
                <a:latin typeface="PingFang SC"/>
                <a:ea typeface="PingFang SC"/>
                <a:cs typeface="PingFang SC"/>
              </a:rPr>
              <a:t>auto-accept precision vs teacher-safe</a:t>
            </a:r>
          </a:p>
        </p:txBody>
      </p:sp>
      <p:sp>
        <p:nvSpPr>
          <p:cNvPr id="21" name="圆角矩形 20">
            <a:extLst>
              <a:ext uri="{FF2B5EF4-FFF2-40B4-BE49-F238E27FC236}">
                <a16:creationId xmlns:a16="http://schemas.microsoft.com/office/drawing/2014/main" id="{B35B97EC-312F-4BAB-B2DC-9C74187BD3D0}"/>
              </a:ext>
            </a:extLst>
          </p:cNvPr>
          <p:cNvSpPr>
            <a:spLocks noGrp="1"/>
          </p:cNvSpPr>
          <p:nvPr/>
        </p:nvSpPr>
        <p:spPr>
          <a:xfrm>
            <a:off x="9163050" y="5391150"/>
            <a:ext cx="1504950" cy="552450"/>
          </a:xfrm>
          <a:prstGeom prst="roundRect">
            <a:avLst>
              <a:gd name="adj" fmla="val 13793"/>
            </a:avLst>
          </a:prstGeom>
          <a:solidFill>
            <a:srgbClr val="FFFFFF"/>
          </a:solidFill>
          <a:ln w="9525">
            <a:solidFill>
              <a:srgbClr val="D8DEE9"/>
            </a:solidFill>
            <a:prstDash val="solid"/>
          </a:ln>
        </p:spPr>
        <p:txBody>
          <a:bodyPr/>
          <a:lstStyle/>
          <a:p>
            <a:endParaRPr lang="zh-CN" altLang="en-US"/>
          </a:p>
        </p:txBody>
      </p:sp>
      <p:sp>
        <p:nvSpPr>
          <p:cNvPr id="22" name="矩形 21">
            <a:extLst>
              <a:ext uri="{FF2B5EF4-FFF2-40B4-BE49-F238E27FC236}">
                <a16:creationId xmlns:a16="http://schemas.microsoft.com/office/drawing/2014/main" id="{20BF662E-074B-4F1B-B574-BADE558042CA}"/>
              </a:ext>
            </a:extLst>
          </p:cNvPr>
          <p:cNvSpPr>
            <a:spLocks noGrp="1"/>
          </p:cNvSpPr>
          <p:nvPr/>
        </p:nvSpPr>
        <p:spPr>
          <a:xfrm>
            <a:off x="9258300" y="5467350"/>
            <a:ext cx="1314450" cy="228600"/>
          </a:xfrm>
          <a:prstGeom prst="rect">
            <a:avLst/>
          </a:prstGeom>
          <a:noFill/>
          <a:ln w="0">
            <a:noFill/>
            <a:prstDash val="solid"/>
          </a:ln>
        </p:spPr>
        <p:txBody>
          <a:bodyPr lIns="19050" tIns="19050" rIns="19050" bIns="19050" anchor="t">
            <a:normAutofit fontScale="68870"/>
          </a:bodyPr>
          <a:lstStyle/>
          <a:p>
            <a:pPr algn="ctr">
              <a:lnSpc>
                <a:spcPct val="110000"/>
              </a:lnSpc>
              <a:buNone/>
              <a:defRPr sz="1650" b="1">
                <a:solidFill>
                  <a:srgbClr val="2563EB"/>
                </a:solidFill>
                <a:latin typeface="PingFang SC"/>
                <a:ea typeface="PingFang SC"/>
                <a:cs typeface="PingFang SC"/>
              </a:defRPr>
            </a:pPr>
            <a:r>
              <a:rPr sz="1650" b="1">
                <a:solidFill>
                  <a:srgbClr val="2563EB"/>
                </a:solidFill>
                <a:latin typeface="PingFang SC"/>
                <a:ea typeface="PingFang SC"/>
                <a:cs typeface="PingFang SC"/>
              </a:rPr>
              <a:t>0.694</a:t>
            </a:r>
          </a:p>
        </p:txBody>
      </p:sp>
      <p:sp>
        <p:nvSpPr>
          <p:cNvPr id="23" name="矩形 22">
            <a:extLst>
              <a:ext uri="{FF2B5EF4-FFF2-40B4-BE49-F238E27FC236}">
                <a16:creationId xmlns:a16="http://schemas.microsoft.com/office/drawing/2014/main" id="{8B1EEB03-3538-4BB9-ADE1-7A6FF8B90AE1}"/>
              </a:ext>
            </a:extLst>
          </p:cNvPr>
          <p:cNvSpPr>
            <a:spLocks noGrp="1"/>
          </p:cNvSpPr>
          <p:nvPr/>
        </p:nvSpPr>
        <p:spPr>
          <a:xfrm>
            <a:off x="9239250" y="5715000"/>
            <a:ext cx="1352550" cy="152400"/>
          </a:xfrm>
          <a:prstGeom prst="rect">
            <a:avLst/>
          </a:prstGeom>
          <a:noFill/>
          <a:ln w="0">
            <a:noFill/>
            <a:prstDash val="solid"/>
          </a:ln>
        </p:spPr>
        <p:txBody>
          <a:bodyPr lIns="19050" tIns="19050" rIns="19050" bIns="19050" anchor="t">
            <a:normAutofit fontScale="82463"/>
          </a:bodyPr>
          <a:lstStyle/>
          <a:p>
            <a:pPr algn="ctr">
              <a:lnSpc>
                <a:spcPct val="110000"/>
              </a:lnSpc>
              <a:buNone/>
              <a:defRPr sz="713" b="0">
                <a:solidFill>
                  <a:srgbClr val="5B667A"/>
                </a:solidFill>
                <a:latin typeface="PingFang SC"/>
                <a:ea typeface="PingFang SC"/>
                <a:cs typeface="PingFang SC"/>
              </a:defRPr>
            </a:pPr>
            <a:r>
              <a:rPr sz="713" b="0">
                <a:solidFill>
                  <a:srgbClr val="5B667A"/>
                </a:solidFill>
                <a:latin typeface="PingFang SC"/>
                <a:ea typeface="PingFang SC"/>
                <a:cs typeface="PingFang SC"/>
              </a:rPr>
              <a:t>教师评分 within-one-point agreement</a:t>
            </a:r>
          </a:p>
        </p:txBody>
      </p:sp>
      <p:sp>
        <p:nvSpPr>
          <p:cNvPr id="24" name="矩形 23">
            <a:extLst>
              <a:ext uri="{FF2B5EF4-FFF2-40B4-BE49-F238E27FC236}">
                <a16:creationId xmlns:a16="http://schemas.microsoft.com/office/drawing/2014/main" id="{DA052304-69E8-40A9-818C-1FF6BF9B9111}"/>
              </a:ext>
            </a:extLst>
          </p:cNvPr>
          <p:cNvSpPr>
            <a:spLocks noGrp="1"/>
          </p:cNvSpPr>
          <p:nvPr/>
        </p:nvSpPr>
        <p:spPr>
          <a:xfrm>
            <a:off x="781050" y="5334000"/>
            <a:ext cx="4286250" cy="457200"/>
          </a:xfrm>
          <a:prstGeom prst="rect">
            <a:avLst/>
          </a:prstGeom>
          <a:noFill/>
          <a:ln w="0">
            <a:noFill/>
            <a:prstDash val="solid"/>
          </a:ln>
        </p:spPr>
        <p:txBody>
          <a:bodyPr lIns="19050" tIns="19050" rIns="19050" bIns="19050" anchor="t">
            <a:normAutofit fontScale="92593"/>
          </a:bodyPr>
          <a:lstStyle/>
          <a:p>
            <a:pPr algn="l">
              <a:lnSpc>
                <a:spcPct val="110000"/>
              </a:lnSpc>
              <a:buNone/>
              <a:defRPr sz="1350" b="1">
                <a:solidFill>
                  <a:srgbClr val="DC2626"/>
                </a:solidFill>
                <a:latin typeface="PingFang SC"/>
                <a:ea typeface="PingFang SC"/>
                <a:cs typeface="PingFang SC"/>
              </a:defRPr>
            </a:pPr>
            <a:r>
              <a:rPr sz="1350" b="1">
                <a:solidFill>
                  <a:srgbClr val="DC2626"/>
                </a:solidFill>
                <a:latin typeface="PingFang SC"/>
                <a:ea typeface="PingFang SC"/>
                <a:cs typeface="PingFang SC"/>
              </a:rPr>
              <a:t>边界：这些结果验证的是反馈安全路由，不是学生学习提升，也不是真实 LLM 反馈永远正确。</a:t>
            </a:r>
          </a:p>
        </p:txBody>
      </p:sp>
      <p:sp>
        <p:nvSpPr>
          <p:cNvPr id="25" name="矩形 24">
            <a:extLst>
              <a:ext uri="{FF2B5EF4-FFF2-40B4-BE49-F238E27FC236}">
                <a16:creationId xmlns:a16="http://schemas.microsoft.com/office/drawing/2014/main" id="{159AC2E4-CAC5-40E9-B911-84DBEDD20C33}"/>
              </a:ext>
            </a:extLst>
          </p:cNvPr>
          <p:cNvSpPr>
            <a:spLocks noGrp="1"/>
          </p:cNvSpPr>
          <p:nvPr/>
        </p:nvSpPr>
        <p:spPr>
          <a:xfrm>
            <a:off x="609600" y="6553200"/>
            <a:ext cx="4000500" cy="171450"/>
          </a:xfrm>
          <a:prstGeom prst="rect">
            <a:avLst/>
          </a:prstGeom>
          <a:noFill/>
          <a:ln w="0">
            <a:noFill/>
            <a:prstDash val="solid"/>
          </a:ln>
        </p:spPr>
        <p:txBody>
          <a:bodyPr lIns="19050" tIns="19050" rIns="19050" bIns="19050" anchor="t">
            <a:normAutofit/>
          </a:bodyPr>
          <a:lstStyle/>
          <a:p>
            <a:pPr algn="l">
              <a:lnSpc>
                <a:spcPct val="110000"/>
              </a:lnSpc>
              <a:buNone/>
              <a:defRPr sz="750" b="0">
                <a:solidFill>
                  <a:srgbClr val="8792A3"/>
                </a:solidFill>
                <a:latin typeface="PingFang SC"/>
                <a:ea typeface="PingFang SC"/>
                <a:cs typeface="PingFang SC"/>
              </a:defRPr>
            </a:pPr>
            <a:r>
              <a:rPr sz="750" b="0">
                <a:solidFill>
                  <a:srgbClr val="8792A3"/>
                </a:solidFill>
                <a:latin typeface="PingFang SC"/>
                <a:ea typeface="PingFang SC"/>
                <a:cs typeface="PingFang SC"/>
              </a:rPr>
              <a:t>ConsensusScope workflow explanation | 11/12</a:t>
            </a:r>
          </a:p>
        </p:txBody>
      </p:sp>
    </p:spTree>
    <p:extLst>
      <p:ext uri="{BB962C8B-B14F-4D97-AF65-F5344CB8AC3E}">
        <p14:creationId xmlns:p14="http://schemas.microsoft.com/office/powerpoint/2010/main" val="15491115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id="{6324C719-B6DF-4035-87B9-917F8D627218}"/>
              </a:ext>
            </a:extLst>
          </p:cNvPr>
          <p:cNvSpPr>
            <a:spLocks noGrp="1"/>
          </p:cNvSpPr>
          <p:nvPr/>
        </p:nvSpPr>
        <p:spPr>
          <a:xfrm>
            <a:off x="609600" y="400050"/>
            <a:ext cx="4953000" cy="266700"/>
          </a:xfrm>
          <a:prstGeom prst="rect">
            <a:avLst/>
          </a:prstGeom>
          <a:noFill/>
          <a:ln w="0">
            <a:noFill/>
            <a:prstDash val="solid"/>
          </a:ln>
        </p:spPr>
        <p:txBody>
          <a:bodyPr lIns="19050" tIns="19050" rIns="19050" bIns="19050" anchor="t">
            <a:normAutofit/>
          </a:bodyPr>
          <a:lstStyle/>
          <a:p>
            <a:pPr algn="l">
              <a:lnSpc>
                <a:spcPct val="110000"/>
              </a:lnSpc>
              <a:buNone/>
              <a:defRPr sz="975" b="1">
                <a:solidFill>
                  <a:srgbClr val="2563EB"/>
                </a:solidFill>
                <a:latin typeface="PingFang SC"/>
                <a:ea typeface="PingFang SC"/>
                <a:cs typeface="PingFang SC"/>
              </a:defRPr>
            </a:pPr>
            <a:r>
              <a:rPr sz="975" b="1">
                <a:solidFill>
                  <a:srgbClr val="2563EB"/>
                </a:solidFill>
                <a:latin typeface="PingFang SC"/>
                <a:ea typeface="PingFang SC"/>
                <a:cs typeface="PingFang SC"/>
              </a:rPr>
              <a:t>最后怎么讲</a:t>
            </a:r>
          </a:p>
        </p:txBody>
      </p:sp>
      <p:sp>
        <p:nvSpPr>
          <p:cNvPr id="2" name="矩形 1">
            <a:extLst>
              <a:ext uri="{FF2B5EF4-FFF2-40B4-BE49-F238E27FC236}">
                <a16:creationId xmlns:a16="http://schemas.microsoft.com/office/drawing/2014/main" id="{68F047A5-F12E-4D64-A2F5-B4E46655FBBD}"/>
              </a:ext>
            </a:extLst>
          </p:cNvPr>
          <p:cNvSpPr>
            <a:spLocks noGrp="1"/>
          </p:cNvSpPr>
          <p:nvPr/>
        </p:nvSpPr>
        <p:spPr>
          <a:xfrm>
            <a:off x="609600" y="723900"/>
            <a:ext cx="8763000" cy="590550"/>
          </a:xfrm>
          <a:prstGeom prst="rect">
            <a:avLst/>
          </a:prstGeom>
          <a:noFill/>
          <a:ln w="0">
            <a:noFill/>
            <a:prstDash val="solid"/>
          </a:ln>
        </p:spPr>
        <p:txBody>
          <a:bodyPr lIns="19050" tIns="19050" rIns="19050" bIns="19050" anchor="t">
            <a:normAutofit/>
          </a:bodyPr>
          <a:lstStyle/>
          <a:p>
            <a:pPr algn="l">
              <a:lnSpc>
                <a:spcPct val="102000"/>
              </a:lnSpc>
              <a:buNone/>
              <a:defRPr sz="2550" b="1">
                <a:solidFill>
                  <a:srgbClr val="172033"/>
                </a:solidFill>
                <a:latin typeface="PingFang SC"/>
                <a:ea typeface="PingFang SC"/>
                <a:cs typeface="PingFang SC"/>
              </a:defRPr>
            </a:pPr>
            <a:r>
              <a:rPr sz="2550" b="1">
                <a:solidFill>
                  <a:srgbClr val="172033"/>
                </a:solidFill>
                <a:latin typeface="PingFang SC"/>
                <a:ea typeface="PingFang SC"/>
                <a:cs typeface="PingFang SC"/>
              </a:rPr>
              <a:t>一分钟讲清楚 ConsensusScope</a:t>
            </a:r>
          </a:p>
        </p:txBody>
      </p:sp>
      <p:sp>
        <p:nvSpPr>
          <p:cNvPr id="3" name="矩形 2">
            <a:extLst>
              <a:ext uri="{FF2B5EF4-FFF2-40B4-BE49-F238E27FC236}">
                <a16:creationId xmlns:a16="http://schemas.microsoft.com/office/drawing/2014/main" id="{43FD1FA1-B8D9-48D6-ABCC-BA0E4F9A4D46}"/>
              </a:ext>
            </a:extLst>
          </p:cNvPr>
          <p:cNvSpPr>
            <a:spLocks noGrp="1"/>
          </p:cNvSpPr>
          <p:nvPr/>
        </p:nvSpPr>
        <p:spPr>
          <a:xfrm>
            <a:off x="609600" y="1352550"/>
            <a:ext cx="8953500" cy="400050"/>
          </a:xfrm>
          <a:prstGeom prst="rect">
            <a:avLst/>
          </a:prstGeom>
          <a:noFill/>
          <a:ln w="0">
            <a:noFill/>
            <a:prstDash val="solid"/>
          </a:ln>
        </p:spPr>
        <p:txBody>
          <a:bodyPr lIns="19050" tIns="19050" rIns="19050" bIns="19050" anchor="t">
            <a:normAutofit/>
          </a:bodyPr>
          <a:lstStyle/>
          <a:p>
            <a:pPr algn="l">
              <a:lnSpc>
                <a:spcPct val="118000"/>
              </a:lnSpc>
              <a:buNone/>
              <a:defRPr sz="1350" b="0">
                <a:solidFill>
                  <a:srgbClr val="5B667A"/>
                </a:solidFill>
                <a:latin typeface="PingFang SC"/>
                <a:ea typeface="PingFang SC"/>
                <a:cs typeface="PingFang SC"/>
              </a:defRPr>
            </a:pPr>
            <a:r>
              <a:rPr sz="1350" b="0">
                <a:solidFill>
                  <a:srgbClr val="5B667A"/>
                </a:solidFill>
                <a:latin typeface="PingFang SC"/>
                <a:ea typeface="PingFang SC"/>
                <a:cs typeface="PingFang SC"/>
              </a:rPr>
              <a:t>这页可以直接作为你给老师复述项目的提纲。</a:t>
            </a:r>
          </a:p>
        </p:txBody>
      </p:sp>
      <p:sp>
        <p:nvSpPr>
          <p:cNvPr id="4" name="圆角矩形 3">
            <a:extLst>
              <a:ext uri="{FF2B5EF4-FFF2-40B4-BE49-F238E27FC236}">
                <a16:creationId xmlns:a16="http://schemas.microsoft.com/office/drawing/2014/main" id="{16253F65-8464-4887-9E1E-8D18776C716C}"/>
              </a:ext>
            </a:extLst>
          </p:cNvPr>
          <p:cNvSpPr>
            <a:spLocks noGrp="1"/>
          </p:cNvSpPr>
          <p:nvPr/>
        </p:nvSpPr>
        <p:spPr>
          <a:xfrm>
            <a:off x="838200" y="1924050"/>
            <a:ext cx="10382250" cy="2857500"/>
          </a:xfrm>
          <a:prstGeom prst="roundRect">
            <a:avLst>
              <a:gd name="adj" fmla="val 5333"/>
            </a:avLst>
          </a:prstGeom>
          <a:solidFill>
            <a:srgbClr val="FFFFFF"/>
          </a:solidFill>
          <a:ln w="9525">
            <a:solidFill>
              <a:srgbClr val="D8DEE9"/>
            </a:solidFill>
            <a:prstDash val="solid"/>
          </a:ln>
        </p:spPr>
        <p:style>
          <a:lnRef idx="0">
            <a:scrgbClr r="0" g="0" b="0"/>
          </a:lnRef>
          <a:fillRef idx="0">
            <a:scrgbClr r="0" g="0" b="0"/>
          </a:fillRef>
          <a:effectRef idx="4">
            <a:scrgbClr r="0" g="0" b="0"/>
          </a:effectRef>
          <a:fontRef idx="major"/>
        </p:style>
        <p:txBody>
          <a:bodyPr/>
          <a:lstStyle/>
          <a:p>
            <a:endParaRPr lang="zh-CN" altLang="en-US"/>
          </a:p>
        </p:txBody>
      </p:sp>
      <p:sp>
        <p:nvSpPr>
          <p:cNvPr id="5" name="矩形 4">
            <a:extLst>
              <a:ext uri="{FF2B5EF4-FFF2-40B4-BE49-F238E27FC236}">
                <a16:creationId xmlns:a16="http://schemas.microsoft.com/office/drawing/2014/main" id="{314C629C-097D-4E35-8AD4-6DE0CEBE064A}"/>
              </a:ext>
            </a:extLst>
          </p:cNvPr>
          <p:cNvSpPr>
            <a:spLocks noGrp="1"/>
          </p:cNvSpPr>
          <p:nvPr/>
        </p:nvSpPr>
        <p:spPr>
          <a:xfrm>
            <a:off x="1276350" y="2324100"/>
            <a:ext cx="9505950" cy="1714500"/>
          </a:xfrm>
          <a:prstGeom prst="rect">
            <a:avLst/>
          </a:prstGeom>
          <a:noFill/>
          <a:ln w="0">
            <a:noFill/>
            <a:prstDash val="solid"/>
          </a:ln>
        </p:spPr>
        <p:txBody>
          <a:bodyPr lIns="19050" tIns="19050" rIns="19050" bIns="19050" anchor="t">
            <a:normAutofit fontScale="80146"/>
          </a:bodyPr>
          <a:lstStyle/>
          <a:p>
            <a:pPr algn="l">
              <a:lnSpc>
                <a:spcPct val="122000"/>
              </a:lnSpc>
              <a:buNone/>
              <a:defRPr sz="1875" b="0">
                <a:solidFill>
                  <a:srgbClr val="172033"/>
                </a:solidFill>
                <a:latin typeface="PingFang SC"/>
                <a:ea typeface="PingFang SC"/>
                <a:cs typeface="PingFang SC"/>
              </a:defRPr>
            </a:pPr>
            <a:r>
              <a:rPr sz="1875" b="0">
                <a:solidFill>
                  <a:srgbClr val="172033"/>
                </a:solidFill>
                <a:latin typeface="PingFang SC"/>
                <a:ea typeface="PingFang SC"/>
                <a:cs typeface="PingFang SC"/>
              </a:rPr>
              <a:t>我们研究的是 AI 生成英语写作反馈在给学生之前如何做安全审核。输入是一篇匿名学生作文，系统先生成或接收多条 AI 反馈，然后把每条反馈统一成 feedback item。核心算法 Feedback Safety Graph Routing 会检查局部修改、意义保持、内容证据、语气、具体性和模型一致性等信号，给出 auto_accept 或 teacher_review。教师只需要重点复核高风险反馈，最后系统导出可追溯报告。我们的创新点不是替代教师打分，而是把 AI feedback 的发布前安全审核做成可解释、可评估、可部署的路由算法和系统。</a:t>
            </a:r>
          </a:p>
        </p:txBody>
      </p:sp>
      <p:sp>
        <p:nvSpPr>
          <p:cNvPr id="6" name="圆角矩形 5">
            <a:extLst>
              <a:ext uri="{FF2B5EF4-FFF2-40B4-BE49-F238E27FC236}">
                <a16:creationId xmlns:a16="http://schemas.microsoft.com/office/drawing/2014/main" id="{FE526646-4417-4CAD-9230-0C6877FF5E82}"/>
              </a:ext>
            </a:extLst>
          </p:cNvPr>
          <p:cNvSpPr>
            <a:spLocks noGrp="1"/>
          </p:cNvSpPr>
          <p:nvPr/>
        </p:nvSpPr>
        <p:spPr>
          <a:xfrm>
            <a:off x="1409700" y="5219700"/>
            <a:ext cx="2000250" cy="323850"/>
          </a:xfrm>
          <a:prstGeom prst="roundRect">
            <a:avLst>
              <a:gd name="adj" fmla="val 50000"/>
            </a:avLst>
          </a:prstGeom>
          <a:solidFill>
            <a:srgbClr val="DBEAFE"/>
          </a:solidFill>
          <a:ln w="0">
            <a:noFill/>
            <a:prstDash val="solid"/>
          </a:ln>
        </p:spPr>
        <p:txBody>
          <a:bodyPr/>
          <a:lstStyle/>
          <a:p>
            <a:endParaRPr lang="zh-CN" altLang="en-US"/>
          </a:p>
        </p:txBody>
      </p:sp>
      <p:sp>
        <p:nvSpPr>
          <p:cNvPr id="7" name="矩形 6">
            <a:extLst>
              <a:ext uri="{FF2B5EF4-FFF2-40B4-BE49-F238E27FC236}">
                <a16:creationId xmlns:a16="http://schemas.microsoft.com/office/drawing/2014/main" id="{C5BA2BA1-7317-4ED2-BBA6-0DB8424D7757}"/>
              </a:ext>
            </a:extLst>
          </p:cNvPr>
          <p:cNvSpPr>
            <a:spLocks noGrp="1"/>
          </p:cNvSpPr>
          <p:nvPr/>
        </p:nvSpPr>
        <p:spPr>
          <a:xfrm>
            <a:off x="1524000" y="5286375"/>
            <a:ext cx="1771650" cy="190500"/>
          </a:xfrm>
          <a:prstGeom prst="rect">
            <a:avLst/>
          </a:prstGeom>
          <a:noFill/>
          <a:ln w="0">
            <a:noFill/>
            <a:prstDash val="solid"/>
          </a:ln>
        </p:spPr>
        <p:txBody>
          <a:bodyPr lIns="19050" tIns="19050" rIns="19050" bIns="19050" anchor="t">
            <a:normAutofit fontScale="93240"/>
          </a:bodyPr>
          <a:lstStyle/>
          <a:p>
            <a:pPr algn="ctr">
              <a:lnSpc>
                <a:spcPct val="110000"/>
              </a:lnSpc>
              <a:buNone/>
              <a:defRPr sz="975" b="1">
                <a:solidFill>
                  <a:srgbClr val="2563EB"/>
                </a:solidFill>
                <a:latin typeface="PingFang SC"/>
                <a:ea typeface="PingFang SC"/>
                <a:cs typeface="PingFang SC"/>
              </a:defRPr>
            </a:pPr>
            <a:r>
              <a:rPr sz="975" b="1">
                <a:solidFill>
                  <a:srgbClr val="2563EB"/>
                </a:solidFill>
                <a:latin typeface="PingFang SC"/>
                <a:ea typeface="PingFang SC"/>
                <a:cs typeface="PingFang SC"/>
              </a:rPr>
              <a:t>对象：feedback item</a:t>
            </a:r>
          </a:p>
        </p:txBody>
      </p:sp>
      <p:sp>
        <p:nvSpPr>
          <p:cNvPr id="8" name="圆角矩形 7">
            <a:extLst>
              <a:ext uri="{FF2B5EF4-FFF2-40B4-BE49-F238E27FC236}">
                <a16:creationId xmlns:a16="http://schemas.microsoft.com/office/drawing/2014/main" id="{7C8B132E-ACC3-434B-82CB-1E8F22B5C0D0}"/>
              </a:ext>
            </a:extLst>
          </p:cNvPr>
          <p:cNvSpPr>
            <a:spLocks noGrp="1"/>
          </p:cNvSpPr>
          <p:nvPr/>
        </p:nvSpPr>
        <p:spPr>
          <a:xfrm>
            <a:off x="3733800" y="5219700"/>
            <a:ext cx="2476500" cy="323850"/>
          </a:xfrm>
          <a:prstGeom prst="roundRect">
            <a:avLst>
              <a:gd name="adj" fmla="val 50000"/>
            </a:avLst>
          </a:prstGeom>
          <a:solidFill>
            <a:srgbClr val="CCFBF1"/>
          </a:solidFill>
          <a:ln w="0">
            <a:noFill/>
            <a:prstDash val="solid"/>
          </a:ln>
        </p:spPr>
        <p:txBody>
          <a:bodyPr/>
          <a:lstStyle/>
          <a:p>
            <a:endParaRPr lang="zh-CN" altLang="en-US"/>
          </a:p>
        </p:txBody>
      </p:sp>
      <p:sp>
        <p:nvSpPr>
          <p:cNvPr id="9" name="矩形 8">
            <a:extLst>
              <a:ext uri="{FF2B5EF4-FFF2-40B4-BE49-F238E27FC236}">
                <a16:creationId xmlns:a16="http://schemas.microsoft.com/office/drawing/2014/main" id="{E57AB1A9-4B53-46F1-9229-81D0BD328296}"/>
              </a:ext>
            </a:extLst>
          </p:cNvPr>
          <p:cNvSpPr>
            <a:spLocks noGrp="1"/>
          </p:cNvSpPr>
          <p:nvPr/>
        </p:nvSpPr>
        <p:spPr>
          <a:xfrm>
            <a:off x="3848100" y="5286375"/>
            <a:ext cx="2247900" cy="190500"/>
          </a:xfrm>
          <a:prstGeom prst="rect">
            <a:avLst/>
          </a:prstGeom>
          <a:noFill/>
          <a:ln w="0">
            <a:noFill/>
            <a:prstDash val="solid"/>
          </a:ln>
        </p:spPr>
        <p:txBody>
          <a:bodyPr lIns="19050" tIns="19050" rIns="19050" bIns="19050" anchor="t">
            <a:normAutofit fontScale="93240"/>
          </a:bodyPr>
          <a:lstStyle/>
          <a:p>
            <a:pPr algn="ctr">
              <a:lnSpc>
                <a:spcPct val="110000"/>
              </a:lnSpc>
              <a:buNone/>
              <a:defRPr sz="975" b="1">
                <a:solidFill>
                  <a:srgbClr val="0F766E"/>
                </a:solidFill>
                <a:latin typeface="PingFang SC"/>
                <a:ea typeface="PingFang SC"/>
                <a:cs typeface="PingFang SC"/>
              </a:defRPr>
            </a:pPr>
            <a:r>
              <a:rPr sz="975" b="1">
                <a:solidFill>
                  <a:srgbClr val="0F766E"/>
                </a:solidFill>
                <a:latin typeface="PingFang SC"/>
                <a:ea typeface="PingFang SC"/>
                <a:cs typeface="PingFang SC"/>
              </a:rPr>
              <a:t>算法：Safety Graph Routing</a:t>
            </a:r>
          </a:p>
        </p:txBody>
      </p:sp>
      <p:sp>
        <p:nvSpPr>
          <p:cNvPr id="10" name="圆角矩形 9">
            <a:extLst>
              <a:ext uri="{FF2B5EF4-FFF2-40B4-BE49-F238E27FC236}">
                <a16:creationId xmlns:a16="http://schemas.microsoft.com/office/drawing/2014/main" id="{619FA3DC-60AA-491B-88A4-3510A6436CE2}"/>
              </a:ext>
            </a:extLst>
          </p:cNvPr>
          <p:cNvSpPr>
            <a:spLocks noGrp="1"/>
          </p:cNvSpPr>
          <p:nvPr/>
        </p:nvSpPr>
        <p:spPr>
          <a:xfrm>
            <a:off x="6534150" y="5219700"/>
            <a:ext cx="2190750" cy="323850"/>
          </a:xfrm>
          <a:prstGeom prst="roundRect">
            <a:avLst>
              <a:gd name="adj" fmla="val 50000"/>
            </a:avLst>
          </a:prstGeom>
          <a:solidFill>
            <a:srgbClr val="FEF3C7"/>
          </a:solidFill>
          <a:ln w="0">
            <a:noFill/>
            <a:prstDash val="solid"/>
          </a:ln>
        </p:spPr>
        <p:txBody>
          <a:bodyPr/>
          <a:lstStyle/>
          <a:p>
            <a:endParaRPr lang="zh-CN" altLang="en-US"/>
          </a:p>
        </p:txBody>
      </p:sp>
      <p:sp>
        <p:nvSpPr>
          <p:cNvPr id="11" name="矩形 10">
            <a:extLst>
              <a:ext uri="{FF2B5EF4-FFF2-40B4-BE49-F238E27FC236}">
                <a16:creationId xmlns:a16="http://schemas.microsoft.com/office/drawing/2014/main" id="{9F1F3199-59C8-498A-8097-F6239B720A3E}"/>
              </a:ext>
            </a:extLst>
          </p:cNvPr>
          <p:cNvSpPr>
            <a:spLocks noGrp="1"/>
          </p:cNvSpPr>
          <p:nvPr/>
        </p:nvSpPr>
        <p:spPr>
          <a:xfrm>
            <a:off x="6648450" y="5286375"/>
            <a:ext cx="1962150" cy="190500"/>
          </a:xfrm>
          <a:prstGeom prst="rect">
            <a:avLst/>
          </a:prstGeom>
          <a:noFill/>
          <a:ln w="0">
            <a:noFill/>
            <a:prstDash val="solid"/>
          </a:ln>
        </p:spPr>
        <p:txBody>
          <a:bodyPr lIns="19050" tIns="19050" rIns="19050" bIns="19050" anchor="t">
            <a:normAutofit fontScale="93240"/>
          </a:bodyPr>
          <a:lstStyle/>
          <a:p>
            <a:pPr algn="ctr">
              <a:lnSpc>
                <a:spcPct val="110000"/>
              </a:lnSpc>
              <a:buNone/>
              <a:defRPr sz="975" b="1">
                <a:solidFill>
                  <a:srgbClr val="F59E0B"/>
                </a:solidFill>
                <a:latin typeface="PingFang SC"/>
                <a:ea typeface="PingFang SC"/>
                <a:cs typeface="PingFang SC"/>
              </a:defRPr>
            </a:pPr>
            <a:r>
              <a:rPr sz="975" b="1">
                <a:solidFill>
                  <a:srgbClr val="F59E0B"/>
                </a:solidFill>
                <a:latin typeface="PingFang SC"/>
                <a:ea typeface="PingFang SC"/>
                <a:cs typeface="PingFang SC"/>
              </a:rPr>
              <a:t>输出：教师复核队列</a:t>
            </a:r>
          </a:p>
        </p:txBody>
      </p:sp>
      <p:sp>
        <p:nvSpPr>
          <p:cNvPr id="12" name="圆角矩形 11">
            <a:extLst>
              <a:ext uri="{FF2B5EF4-FFF2-40B4-BE49-F238E27FC236}">
                <a16:creationId xmlns:a16="http://schemas.microsoft.com/office/drawing/2014/main" id="{B23C3109-6973-4B44-9237-D89CED89FE5D}"/>
              </a:ext>
            </a:extLst>
          </p:cNvPr>
          <p:cNvSpPr>
            <a:spLocks noGrp="1"/>
          </p:cNvSpPr>
          <p:nvPr/>
        </p:nvSpPr>
        <p:spPr>
          <a:xfrm>
            <a:off x="9048750" y="5219700"/>
            <a:ext cx="1905000" cy="323850"/>
          </a:xfrm>
          <a:prstGeom prst="roundRect">
            <a:avLst>
              <a:gd name="adj" fmla="val 50000"/>
            </a:avLst>
          </a:prstGeom>
          <a:solidFill>
            <a:srgbClr val="FEE2E2"/>
          </a:solidFill>
          <a:ln w="0">
            <a:noFill/>
            <a:prstDash val="solid"/>
          </a:ln>
        </p:spPr>
        <p:txBody>
          <a:bodyPr/>
          <a:lstStyle/>
          <a:p>
            <a:endParaRPr lang="zh-CN" altLang="en-US"/>
          </a:p>
        </p:txBody>
      </p:sp>
      <p:sp>
        <p:nvSpPr>
          <p:cNvPr id="13" name="矩形 12">
            <a:extLst>
              <a:ext uri="{FF2B5EF4-FFF2-40B4-BE49-F238E27FC236}">
                <a16:creationId xmlns:a16="http://schemas.microsoft.com/office/drawing/2014/main" id="{34CA6ED9-D02B-43B8-8B65-C210D597A860}"/>
              </a:ext>
            </a:extLst>
          </p:cNvPr>
          <p:cNvSpPr>
            <a:spLocks noGrp="1"/>
          </p:cNvSpPr>
          <p:nvPr/>
        </p:nvSpPr>
        <p:spPr>
          <a:xfrm>
            <a:off x="9163050" y="5286375"/>
            <a:ext cx="1676400" cy="190500"/>
          </a:xfrm>
          <a:prstGeom prst="rect">
            <a:avLst/>
          </a:prstGeom>
          <a:noFill/>
          <a:ln w="0">
            <a:noFill/>
            <a:prstDash val="solid"/>
          </a:ln>
        </p:spPr>
        <p:txBody>
          <a:bodyPr lIns="19050" tIns="19050" rIns="19050" bIns="19050" anchor="t">
            <a:normAutofit fontScale="93240"/>
          </a:bodyPr>
          <a:lstStyle/>
          <a:p>
            <a:pPr algn="ctr">
              <a:lnSpc>
                <a:spcPct val="110000"/>
              </a:lnSpc>
              <a:buNone/>
              <a:defRPr sz="975" b="1">
                <a:solidFill>
                  <a:srgbClr val="DC2626"/>
                </a:solidFill>
                <a:latin typeface="PingFang SC"/>
                <a:ea typeface="PingFang SC"/>
                <a:cs typeface="PingFang SC"/>
              </a:defRPr>
            </a:pPr>
            <a:r>
              <a:rPr sz="975" b="1">
                <a:solidFill>
                  <a:srgbClr val="DC2626"/>
                </a:solidFill>
                <a:latin typeface="PingFang SC"/>
                <a:ea typeface="PingFang SC"/>
                <a:cs typeface="PingFang SC"/>
              </a:rPr>
              <a:t>边界：不替代教师</a:t>
            </a:r>
          </a:p>
        </p:txBody>
      </p:sp>
      <p:sp>
        <p:nvSpPr>
          <p:cNvPr id="14" name="矩形 13">
            <a:extLst>
              <a:ext uri="{FF2B5EF4-FFF2-40B4-BE49-F238E27FC236}">
                <a16:creationId xmlns:a16="http://schemas.microsoft.com/office/drawing/2014/main" id="{5CB09E53-5E5B-471E-957E-7A93015BA454}"/>
              </a:ext>
            </a:extLst>
          </p:cNvPr>
          <p:cNvSpPr>
            <a:spLocks noGrp="1"/>
          </p:cNvSpPr>
          <p:nvPr/>
        </p:nvSpPr>
        <p:spPr>
          <a:xfrm>
            <a:off x="609600" y="6553200"/>
            <a:ext cx="4000500" cy="171450"/>
          </a:xfrm>
          <a:prstGeom prst="rect">
            <a:avLst/>
          </a:prstGeom>
          <a:noFill/>
          <a:ln w="0">
            <a:noFill/>
            <a:prstDash val="solid"/>
          </a:ln>
        </p:spPr>
        <p:txBody>
          <a:bodyPr lIns="19050" tIns="19050" rIns="19050" bIns="19050" anchor="t">
            <a:normAutofit/>
          </a:bodyPr>
          <a:lstStyle/>
          <a:p>
            <a:pPr algn="l">
              <a:lnSpc>
                <a:spcPct val="110000"/>
              </a:lnSpc>
              <a:buNone/>
              <a:defRPr sz="750" b="0">
                <a:solidFill>
                  <a:srgbClr val="8792A3"/>
                </a:solidFill>
                <a:latin typeface="PingFang SC"/>
                <a:ea typeface="PingFang SC"/>
                <a:cs typeface="PingFang SC"/>
              </a:defRPr>
            </a:pPr>
            <a:r>
              <a:rPr sz="750" b="0">
                <a:solidFill>
                  <a:srgbClr val="8792A3"/>
                </a:solidFill>
                <a:latin typeface="PingFang SC"/>
                <a:ea typeface="PingFang SC"/>
                <a:cs typeface="PingFang SC"/>
              </a:rPr>
              <a:t>ConsensusScope workflow explanation | 12/12</a:t>
            </a:r>
          </a:p>
        </p:txBody>
      </p:sp>
    </p:spTree>
    <p:extLst>
      <p:ext uri="{BB962C8B-B14F-4D97-AF65-F5344CB8AC3E}">
        <p14:creationId xmlns:p14="http://schemas.microsoft.com/office/powerpoint/2010/main" val="42625029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995</Words>
  <Application>Microsoft Macintosh PowerPoint</Application>
  <DocSecurity>0</DocSecurity>
  <PresentationFormat>宽屏</PresentationFormat>
  <Paragraphs>224</Paragraphs>
  <Slides>12</Slides>
  <Notes>12</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12</vt:i4>
      </vt:variant>
    </vt:vector>
  </HeadingPairs>
  <TitlesOfParts>
    <vt:vector size="15" baseType="lpstr">
      <vt:lpstr>PingFang SC</vt:lpstr>
      <vt:lpstr>Calibri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庭睿 游</cp:lastModifiedBy>
  <cp:revision>1</cp:revision>
  <dcterms:created xsi:type="dcterms:W3CDTF">2026-06-18T02:02:27Z</dcterms:created>
  <dcterms:modified xsi:type="dcterms:W3CDTF">2026-06-18T02:13:50Z</dcterms:modified>
</cp:coreProperties>
</file>